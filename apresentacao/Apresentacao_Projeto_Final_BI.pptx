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142EB7-1E2C-47FA-9901-3A6458AE6721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86B7C7-AE5B-4E71-A819-0E58EB2DDF41}">
      <dgm:prSet/>
      <dgm:spPr/>
      <dgm:t>
        <a:bodyPr/>
        <a:lstStyle/>
        <a:p>
          <a:r>
            <a:rPr lang="en-US"/>
            <a:t>Análise de Dados Meteorológicos com Power BI</a:t>
          </a:r>
        </a:p>
      </dgm:t>
    </dgm:pt>
    <dgm:pt modelId="{CC7084B9-04A1-405C-B1FF-D8D544E8B922}" type="parTrans" cxnId="{0C493F4D-5135-4374-ABD6-EB1B35D441B6}">
      <dgm:prSet/>
      <dgm:spPr/>
      <dgm:t>
        <a:bodyPr/>
        <a:lstStyle/>
        <a:p>
          <a:endParaRPr lang="en-US"/>
        </a:p>
      </dgm:t>
    </dgm:pt>
    <dgm:pt modelId="{FDC80F5A-203C-4D76-AC30-24D41B835E5C}" type="sibTrans" cxnId="{0C493F4D-5135-4374-ABD6-EB1B35D441B6}">
      <dgm:prSet/>
      <dgm:spPr/>
      <dgm:t>
        <a:bodyPr/>
        <a:lstStyle/>
        <a:p>
          <a:endParaRPr lang="en-US"/>
        </a:p>
      </dgm:t>
    </dgm:pt>
    <dgm:pt modelId="{DA7D4125-31AD-4DA2-B873-5DB606FDB56F}">
      <dgm:prSet/>
      <dgm:spPr/>
      <dgm:t>
        <a:bodyPr/>
        <a:lstStyle/>
        <a:p>
          <a:r>
            <a:rPr lang="pt-BR" dirty="0"/>
            <a:t>Alunos:  </a:t>
          </a:r>
          <a:r>
            <a:rPr lang="en-US" dirty="0"/>
            <a:t>Artur Nemer Xavier Costa</a:t>
          </a:r>
        </a:p>
        <a:p>
          <a:r>
            <a:rPr lang="pt-BR" dirty="0"/>
            <a:t>	João Marcelo Campos Fafá </a:t>
          </a:r>
          <a:endParaRPr lang="en-US" dirty="0"/>
        </a:p>
      </dgm:t>
    </dgm:pt>
    <dgm:pt modelId="{9CE8DF90-89DE-4A95-9F9F-D09808138441}" type="parTrans" cxnId="{3C792257-957E-4451-9E85-B0D27310C883}">
      <dgm:prSet/>
      <dgm:spPr/>
      <dgm:t>
        <a:bodyPr/>
        <a:lstStyle/>
        <a:p>
          <a:endParaRPr lang="en-US"/>
        </a:p>
      </dgm:t>
    </dgm:pt>
    <dgm:pt modelId="{62FB044A-76DD-4FDB-B05B-D4DA44107FF2}" type="sibTrans" cxnId="{3C792257-957E-4451-9E85-B0D27310C883}">
      <dgm:prSet/>
      <dgm:spPr/>
      <dgm:t>
        <a:bodyPr/>
        <a:lstStyle/>
        <a:p>
          <a:endParaRPr lang="en-US"/>
        </a:p>
      </dgm:t>
    </dgm:pt>
    <dgm:pt modelId="{DBDB9F32-194A-4378-9684-077120AD8A18}">
      <dgm:prSet/>
      <dgm:spPr/>
      <dgm:t>
        <a:bodyPr/>
        <a:lstStyle/>
        <a:p>
          <a:endParaRPr lang="en-US" dirty="0"/>
        </a:p>
      </dgm:t>
    </dgm:pt>
    <dgm:pt modelId="{6EAB9B30-45A0-4D1C-8D48-8267CCD6E8B9}" type="parTrans" cxnId="{BEAA2239-C322-4B6E-BB30-5B56D53EBAD4}">
      <dgm:prSet/>
      <dgm:spPr/>
      <dgm:t>
        <a:bodyPr/>
        <a:lstStyle/>
        <a:p>
          <a:endParaRPr lang="en-US"/>
        </a:p>
      </dgm:t>
    </dgm:pt>
    <dgm:pt modelId="{440511FD-C9D4-40F0-AD80-E2D29CCABED3}" type="sibTrans" cxnId="{BEAA2239-C322-4B6E-BB30-5B56D53EBAD4}">
      <dgm:prSet/>
      <dgm:spPr/>
      <dgm:t>
        <a:bodyPr/>
        <a:lstStyle/>
        <a:p>
          <a:endParaRPr lang="en-US"/>
        </a:p>
      </dgm:t>
    </dgm:pt>
    <dgm:pt modelId="{0B44359C-7C19-40E9-88B4-A2942E24699E}">
      <dgm:prSet/>
      <dgm:spPr/>
      <dgm:t>
        <a:bodyPr/>
        <a:lstStyle/>
        <a:p>
          <a:r>
            <a:rPr lang="en-US"/>
            <a:t>Professor: MsC Pedro H. Mello</a:t>
          </a:r>
        </a:p>
      </dgm:t>
    </dgm:pt>
    <dgm:pt modelId="{D3527FD9-9000-42D0-8E3B-DB4D8F99FDC6}" type="parTrans" cxnId="{A8A46B8F-5EF7-4BF3-96A1-9F3C58B7BDC6}">
      <dgm:prSet/>
      <dgm:spPr/>
      <dgm:t>
        <a:bodyPr/>
        <a:lstStyle/>
        <a:p>
          <a:endParaRPr lang="en-US"/>
        </a:p>
      </dgm:t>
    </dgm:pt>
    <dgm:pt modelId="{2E976920-55C7-4AAF-9201-EE1696BF232F}" type="sibTrans" cxnId="{A8A46B8F-5EF7-4BF3-96A1-9F3C58B7BDC6}">
      <dgm:prSet/>
      <dgm:spPr/>
      <dgm:t>
        <a:bodyPr/>
        <a:lstStyle/>
        <a:p>
          <a:endParaRPr lang="en-US"/>
        </a:p>
      </dgm:t>
    </dgm:pt>
    <dgm:pt modelId="{5E751D05-9CB8-4CB8-9180-7144DC6631C4}">
      <dgm:prSet/>
      <dgm:spPr/>
      <dgm:t>
        <a:bodyPr/>
        <a:lstStyle/>
        <a:p>
          <a:r>
            <a:rPr lang="en-US"/>
            <a:t>Centro Universitário de Brasília – CEUB</a:t>
          </a:r>
        </a:p>
      </dgm:t>
    </dgm:pt>
    <dgm:pt modelId="{2A58AF8C-F6B6-4268-AB93-764970D0AF51}" type="parTrans" cxnId="{0655DE57-55DC-4FE2-A782-2E1E3D214B26}">
      <dgm:prSet/>
      <dgm:spPr/>
      <dgm:t>
        <a:bodyPr/>
        <a:lstStyle/>
        <a:p>
          <a:endParaRPr lang="en-US"/>
        </a:p>
      </dgm:t>
    </dgm:pt>
    <dgm:pt modelId="{D17DF6A7-A48F-4521-AB38-265466A5FF5E}" type="sibTrans" cxnId="{0655DE57-55DC-4FE2-A782-2E1E3D214B26}">
      <dgm:prSet/>
      <dgm:spPr/>
      <dgm:t>
        <a:bodyPr/>
        <a:lstStyle/>
        <a:p>
          <a:endParaRPr lang="en-US"/>
        </a:p>
      </dgm:t>
    </dgm:pt>
    <dgm:pt modelId="{B4EB1181-10B8-4020-BE38-860478633345}" type="pres">
      <dgm:prSet presAssocID="{7A142EB7-1E2C-47FA-9901-3A6458AE6721}" presName="linear" presStyleCnt="0">
        <dgm:presLayoutVars>
          <dgm:dir/>
          <dgm:animLvl val="lvl"/>
          <dgm:resizeHandles val="exact"/>
        </dgm:presLayoutVars>
      </dgm:prSet>
      <dgm:spPr/>
    </dgm:pt>
    <dgm:pt modelId="{5DCB107A-0B85-4CCF-A807-DF1157A54449}" type="pres">
      <dgm:prSet presAssocID="{6986B7C7-AE5B-4E71-A819-0E58EB2DDF41}" presName="parentLin" presStyleCnt="0"/>
      <dgm:spPr/>
    </dgm:pt>
    <dgm:pt modelId="{16EF80AE-27BF-40E0-81F2-108E58E2C792}" type="pres">
      <dgm:prSet presAssocID="{6986B7C7-AE5B-4E71-A819-0E58EB2DDF41}" presName="parentLeftMargin" presStyleLbl="node1" presStyleIdx="0" presStyleCnt="4"/>
      <dgm:spPr/>
    </dgm:pt>
    <dgm:pt modelId="{AA1A0F10-381B-451D-9AD7-9E8E9DCA4054}" type="pres">
      <dgm:prSet presAssocID="{6986B7C7-AE5B-4E71-A819-0E58EB2DDF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EFFC59-6252-4C25-8E50-D9BA234BAC79}" type="pres">
      <dgm:prSet presAssocID="{6986B7C7-AE5B-4E71-A819-0E58EB2DDF41}" presName="negativeSpace" presStyleCnt="0"/>
      <dgm:spPr/>
    </dgm:pt>
    <dgm:pt modelId="{54EABA80-74B8-4DB5-AAD6-70CEEE2E9710}" type="pres">
      <dgm:prSet presAssocID="{6986B7C7-AE5B-4E71-A819-0E58EB2DDF41}" presName="childText" presStyleLbl="conFgAcc1" presStyleIdx="0" presStyleCnt="4">
        <dgm:presLayoutVars>
          <dgm:bulletEnabled val="1"/>
        </dgm:presLayoutVars>
      </dgm:prSet>
      <dgm:spPr/>
    </dgm:pt>
    <dgm:pt modelId="{0644FD71-67C8-45DA-924B-9BAA6F4741AA}" type="pres">
      <dgm:prSet presAssocID="{FDC80F5A-203C-4D76-AC30-24D41B835E5C}" presName="spaceBetweenRectangles" presStyleCnt="0"/>
      <dgm:spPr/>
    </dgm:pt>
    <dgm:pt modelId="{7E52CA4D-61A3-49AC-9464-CA35D134A0B6}" type="pres">
      <dgm:prSet presAssocID="{DA7D4125-31AD-4DA2-B873-5DB606FDB56F}" presName="parentLin" presStyleCnt="0"/>
      <dgm:spPr/>
    </dgm:pt>
    <dgm:pt modelId="{3B2C7EED-99C7-405C-8C68-2EE80EFF9141}" type="pres">
      <dgm:prSet presAssocID="{DA7D4125-31AD-4DA2-B873-5DB606FDB56F}" presName="parentLeftMargin" presStyleLbl="node1" presStyleIdx="0" presStyleCnt="4"/>
      <dgm:spPr/>
    </dgm:pt>
    <dgm:pt modelId="{52D331FB-4705-4863-A236-FBCE0566D0BA}" type="pres">
      <dgm:prSet presAssocID="{DA7D4125-31AD-4DA2-B873-5DB606FDB56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C481DB-BB34-46BC-A31D-B6A1E2D3A6D9}" type="pres">
      <dgm:prSet presAssocID="{DA7D4125-31AD-4DA2-B873-5DB606FDB56F}" presName="negativeSpace" presStyleCnt="0"/>
      <dgm:spPr/>
    </dgm:pt>
    <dgm:pt modelId="{8D83AC32-CC02-4A48-B1AE-A38BDFB3C520}" type="pres">
      <dgm:prSet presAssocID="{DA7D4125-31AD-4DA2-B873-5DB606FDB56F}" presName="childText" presStyleLbl="conFgAcc1" presStyleIdx="1" presStyleCnt="4">
        <dgm:presLayoutVars>
          <dgm:bulletEnabled val="1"/>
        </dgm:presLayoutVars>
      </dgm:prSet>
      <dgm:spPr/>
    </dgm:pt>
    <dgm:pt modelId="{59813FAC-1D98-4E30-9B07-438CEFFCE1E6}" type="pres">
      <dgm:prSet presAssocID="{62FB044A-76DD-4FDB-B05B-D4DA44107FF2}" presName="spaceBetweenRectangles" presStyleCnt="0"/>
      <dgm:spPr/>
    </dgm:pt>
    <dgm:pt modelId="{6A1ED3B7-16CF-4AC5-9612-E712921DE269}" type="pres">
      <dgm:prSet presAssocID="{0B44359C-7C19-40E9-88B4-A2942E24699E}" presName="parentLin" presStyleCnt="0"/>
      <dgm:spPr/>
    </dgm:pt>
    <dgm:pt modelId="{A8876DE5-F958-4934-B140-4ADFFAF138F4}" type="pres">
      <dgm:prSet presAssocID="{0B44359C-7C19-40E9-88B4-A2942E24699E}" presName="parentLeftMargin" presStyleLbl="node1" presStyleIdx="1" presStyleCnt="4"/>
      <dgm:spPr/>
    </dgm:pt>
    <dgm:pt modelId="{A206B653-D0E7-4D35-BA01-AA75F50D24AC}" type="pres">
      <dgm:prSet presAssocID="{0B44359C-7C19-40E9-88B4-A2942E2469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899910D-AE8A-4859-9626-0846CA5F09E3}" type="pres">
      <dgm:prSet presAssocID="{0B44359C-7C19-40E9-88B4-A2942E24699E}" presName="negativeSpace" presStyleCnt="0"/>
      <dgm:spPr/>
    </dgm:pt>
    <dgm:pt modelId="{14F03ED7-7104-47B3-94C7-A467E6A8D7BC}" type="pres">
      <dgm:prSet presAssocID="{0B44359C-7C19-40E9-88B4-A2942E24699E}" presName="childText" presStyleLbl="conFgAcc1" presStyleIdx="2" presStyleCnt="4">
        <dgm:presLayoutVars>
          <dgm:bulletEnabled val="1"/>
        </dgm:presLayoutVars>
      </dgm:prSet>
      <dgm:spPr/>
    </dgm:pt>
    <dgm:pt modelId="{3B007CF2-5D12-4420-9104-0058FA227741}" type="pres">
      <dgm:prSet presAssocID="{2E976920-55C7-4AAF-9201-EE1696BF232F}" presName="spaceBetweenRectangles" presStyleCnt="0"/>
      <dgm:spPr/>
    </dgm:pt>
    <dgm:pt modelId="{26D52B09-7E39-4199-8B5F-C3381B0EB563}" type="pres">
      <dgm:prSet presAssocID="{5E751D05-9CB8-4CB8-9180-7144DC6631C4}" presName="parentLin" presStyleCnt="0"/>
      <dgm:spPr/>
    </dgm:pt>
    <dgm:pt modelId="{B2095A71-4273-4C7C-8D8D-612522855F7D}" type="pres">
      <dgm:prSet presAssocID="{5E751D05-9CB8-4CB8-9180-7144DC6631C4}" presName="parentLeftMargin" presStyleLbl="node1" presStyleIdx="2" presStyleCnt="4"/>
      <dgm:spPr/>
    </dgm:pt>
    <dgm:pt modelId="{DE6EC99B-E6BE-449D-BE1A-7488B833D38B}" type="pres">
      <dgm:prSet presAssocID="{5E751D05-9CB8-4CB8-9180-7144DC6631C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9951AF5-78CF-429C-BE03-FC7A472CA50A}" type="pres">
      <dgm:prSet presAssocID="{5E751D05-9CB8-4CB8-9180-7144DC6631C4}" presName="negativeSpace" presStyleCnt="0"/>
      <dgm:spPr/>
    </dgm:pt>
    <dgm:pt modelId="{9E8F48B6-DA5F-435B-99FF-DFB55A37BF28}" type="pres">
      <dgm:prSet presAssocID="{5E751D05-9CB8-4CB8-9180-7144DC6631C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3961F02-67B0-456A-A905-25CFB42B6D39}" type="presOf" srcId="{5E751D05-9CB8-4CB8-9180-7144DC6631C4}" destId="{DE6EC99B-E6BE-449D-BE1A-7488B833D38B}" srcOrd="1" destOrd="0" presId="urn:microsoft.com/office/officeart/2005/8/layout/list1"/>
    <dgm:cxn modelId="{6A25260B-99BC-40C4-96C1-5044841876AD}" type="presOf" srcId="{0B44359C-7C19-40E9-88B4-A2942E24699E}" destId="{A8876DE5-F958-4934-B140-4ADFFAF138F4}" srcOrd="0" destOrd="0" presId="urn:microsoft.com/office/officeart/2005/8/layout/list1"/>
    <dgm:cxn modelId="{19657021-703F-4AA9-AF7F-B8FF5FB43601}" type="presOf" srcId="{6986B7C7-AE5B-4E71-A819-0E58EB2DDF41}" destId="{16EF80AE-27BF-40E0-81F2-108E58E2C792}" srcOrd="0" destOrd="0" presId="urn:microsoft.com/office/officeart/2005/8/layout/list1"/>
    <dgm:cxn modelId="{49749730-543F-4DC0-8E96-D41D9D6202EE}" type="presOf" srcId="{6986B7C7-AE5B-4E71-A819-0E58EB2DDF41}" destId="{AA1A0F10-381B-451D-9AD7-9E8E9DCA4054}" srcOrd="1" destOrd="0" presId="urn:microsoft.com/office/officeart/2005/8/layout/list1"/>
    <dgm:cxn modelId="{BEAA2239-C322-4B6E-BB30-5B56D53EBAD4}" srcId="{DA7D4125-31AD-4DA2-B873-5DB606FDB56F}" destId="{DBDB9F32-194A-4378-9684-077120AD8A18}" srcOrd="0" destOrd="0" parTransId="{6EAB9B30-45A0-4D1C-8D48-8267CCD6E8B9}" sibTransId="{440511FD-C9D4-40F0-AD80-E2D29CCABED3}"/>
    <dgm:cxn modelId="{0C493F4D-5135-4374-ABD6-EB1B35D441B6}" srcId="{7A142EB7-1E2C-47FA-9901-3A6458AE6721}" destId="{6986B7C7-AE5B-4E71-A819-0E58EB2DDF41}" srcOrd="0" destOrd="0" parTransId="{CC7084B9-04A1-405C-B1FF-D8D544E8B922}" sibTransId="{FDC80F5A-203C-4D76-AC30-24D41B835E5C}"/>
    <dgm:cxn modelId="{3C792257-957E-4451-9E85-B0D27310C883}" srcId="{7A142EB7-1E2C-47FA-9901-3A6458AE6721}" destId="{DA7D4125-31AD-4DA2-B873-5DB606FDB56F}" srcOrd="1" destOrd="0" parTransId="{9CE8DF90-89DE-4A95-9F9F-D09808138441}" sibTransId="{62FB044A-76DD-4FDB-B05B-D4DA44107FF2}"/>
    <dgm:cxn modelId="{0655DE57-55DC-4FE2-A782-2E1E3D214B26}" srcId="{7A142EB7-1E2C-47FA-9901-3A6458AE6721}" destId="{5E751D05-9CB8-4CB8-9180-7144DC6631C4}" srcOrd="3" destOrd="0" parTransId="{2A58AF8C-F6B6-4268-AB93-764970D0AF51}" sibTransId="{D17DF6A7-A48F-4521-AB38-265466A5FF5E}"/>
    <dgm:cxn modelId="{A8A46B8F-5EF7-4BF3-96A1-9F3C58B7BDC6}" srcId="{7A142EB7-1E2C-47FA-9901-3A6458AE6721}" destId="{0B44359C-7C19-40E9-88B4-A2942E24699E}" srcOrd="2" destOrd="0" parTransId="{D3527FD9-9000-42D0-8E3B-DB4D8F99FDC6}" sibTransId="{2E976920-55C7-4AAF-9201-EE1696BF232F}"/>
    <dgm:cxn modelId="{CEDD3097-CE19-4186-BBDB-575599435E73}" type="presOf" srcId="{7A142EB7-1E2C-47FA-9901-3A6458AE6721}" destId="{B4EB1181-10B8-4020-BE38-860478633345}" srcOrd="0" destOrd="0" presId="urn:microsoft.com/office/officeart/2005/8/layout/list1"/>
    <dgm:cxn modelId="{6ED2B39D-87A4-4694-8DE6-CBA862ED94D8}" type="presOf" srcId="{DBDB9F32-194A-4378-9684-077120AD8A18}" destId="{8D83AC32-CC02-4A48-B1AE-A38BDFB3C520}" srcOrd="0" destOrd="0" presId="urn:microsoft.com/office/officeart/2005/8/layout/list1"/>
    <dgm:cxn modelId="{C447E8B0-C493-4BE8-8782-0073BDFC290A}" type="presOf" srcId="{5E751D05-9CB8-4CB8-9180-7144DC6631C4}" destId="{B2095A71-4273-4C7C-8D8D-612522855F7D}" srcOrd="0" destOrd="0" presId="urn:microsoft.com/office/officeart/2005/8/layout/list1"/>
    <dgm:cxn modelId="{5448CFC6-3F95-421E-83E9-BA33C633B0FA}" type="presOf" srcId="{0B44359C-7C19-40E9-88B4-A2942E24699E}" destId="{A206B653-D0E7-4D35-BA01-AA75F50D24AC}" srcOrd="1" destOrd="0" presId="urn:microsoft.com/office/officeart/2005/8/layout/list1"/>
    <dgm:cxn modelId="{380155F8-0AC3-4325-985B-D917CA91C54F}" type="presOf" srcId="{DA7D4125-31AD-4DA2-B873-5DB606FDB56F}" destId="{3B2C7EED-99C7-405C-8C68-2EE80EFF9141}" srcOrd="0" destOrd="0" presId="urn:microsoft.com/office/officeart/2005/8/layout/list1"/>
    <dgm:cxn modelId="{EF7587FB-2647-429E-9602-BE5F050E3709}" type="presOf" srcId="{DA7D4125-31AD-4DA2-B873-5DB606FDB56F}" destId="{52D331FB-4705-4863-A236-FBCE0566D0BA}" srcOrd="1" destOrd="0" presId="urn:microsoft.com/office/officeart/2005/8/layout/list1"/>
    <dgm:cxn modelId="{CF05DABD-8221-4E51-BC5E-7337EEC789E3}" type="presParOf" srcId="{B4EB1181-10B8-4020-BE38-860478633345}" destId="{5DCB107A-0B85-4CCF-A807-DF1157A54449}" srcOrd="0" destOrd="0" presId="urn:microsoft.com/office/officeart/2005/8/layout/list1"/>
    <dgm:cxn modelId="{A814DABF-0C8C-413C-8F90-A8BCECA59226}" type="presParOf" srcId="{5DCB107A-0B85-4CCF-A807-DF1157A54449}" destId="{16EF80AE-27BF-40E0-81F2-108E58E2C792}" srcOrd="0" destOrd="0" presId="urn:microsoft.com/office/officeart/2005/8/layout/list1"/>
    <dgm:cxn modelId="{0CCAA259-2A5A-4042-9B0D-F3BB298D18EB}" type="presParOf" srcId="{5DCB107A-0B85-4CCF-A807-DF1157A54449}" destId="{AA1A0F10-381B-451D-9AD7-9E8E9DCA4054}" srcOrd="1" destOrd="0" presId="urn:microsoft.com/office/officeart/2005/8/layout/list1"/>
    <dgm:cxn modelId="{C86B3E6D-77EE-4447-B755-BA903A84526F}" type="presParOf" srcId="{B4EB1181-10B8-4020-BE38-860478633345}" destId="{ADEFFC59-6252-4C25-8E50-D9BA234BAC79}" srcOrd="1" destOrd="0" presId="urn:microsoft.com/office/officeart/2005/8/layout/list1"/>
    <dgm:cxn modelId="{CD16E831-AEA4-42EB-BB6E-F5866D6E2B6D}" type="presParOf" srcId="{B4EB1181-10B8-4020-BE38-860478633345}" destId="{54EABA80-74B8-4DB5-AAD6-70CEEE2E9710}" srcOrd="2" destOrd="0" presId="urn:microsoft.com/office/officeart/2005/8/layout/list1"/>
    <dgm:cxn modelId="{27DD2E00-5738-4816-A5CF-8346F675346C}" type="presParOf" srcId="{B4EB1181-10B8-4020-BE38-860478633345}" destId="{0644FD71-67C8-45DA-924B-9BAA6F4741AA}" srcOrd="3" destOrd="0" presId="urn:microsoft.com/office/officeart/2005/8/layout/list1"/>
    <dgm:cxn modelId="{A6E4AF06-2D3F-4DE6-A2A2-E3A06214EBC0}" type="presParOf" srcId="{B4EB1181-10B8-4020-BE38-860478633345}" destId="{7E52CA4D-61A3-49AC-9464-CA35D134A0B6}" srcOrd="4" destOrd="0" presId="urn:microsoft.com/office/officeart/2005/8/layout/list1"/>
    <dgm:cxn modelId="{E436BD51-15EB-482F-BAAD-0F652425238F}" type="presParOf" srcId="{7E52CA4D-61A3-49AC-9464-CA35D134A0B6}" destId="{3B2C7EED-99C7-405C-8C68-2EE80EFF9141}" srcOrd="0" destOrd="0" presId="urn:microsoft.com/office/officeart/2005/8/layout/list1"/>
    <dgm:cxn modelId="{6A0B1D9D-25BC-4160-BACE-5953A9F61CF4}" type="presParOf" srcId="{7E52CA4D-61A3-49AC-9464-CA35D134A0B6}" destId="{52D331FB-4705-4863-A236-FBCE0566D0BA}" srcOrd="1" destOrd="0" presId="urn:microsoft.com/office/officeart/2005/8/layout/list1"/>
    <dgm:cxn modelId="{11585A36-5BCD-4564-9085-3B4311620F06}" type="presParOf" srcId="{B4EB1181-10B8-4020-BE38-860478633345}" destId="{86C481DB-BB34-46BC-A31D-B6A1E2D3A6D9}" srcOrd="5" destOrd="0" presId="urn:microsoft.com/office/officeart/2005/8/layout/list1"/>
    <dgm:cxn modelId="{F15BBBC3-F04D-4A8F-A151-F49500C9EE86}" type="presParOf" srcId="{B4EB1181-10B8-4020-BE38-860478633345}" destId="{8D83AC32-CC02-4A48-B1AE-A38BDFB3C520}" srcOrd="6" destOrd="0" presId="urn:microsoft.com/office/officeart/2005/8/layout/list1"/>
    <dgm:cxn modelId="{E7AF4070-564C-4778-8D4A-3A37BC8C33A5}" type="presParOf" srcId="{B4EB1181-10B8-4020-BE38-860478633345}" destId="{59813FAC-1D98-4E30-9B07-438CEFFCE1E6}" srcOrd="7" destOrd="0" presId="urn:microsoft.com/office/officeart/2005/8/layout/list1"/>
    <dgm:cxn modelId="{37AE7930-5F18-4035-BF22-A4371AF91E81}" type="presParOf" srcId="{B4EB1181-10B8-4020-BE38-860478633345}" destId="{6A1ED3B7-16CF-4AC5-9612-E712921DE269}" srcOrd="8" destOrd="0" presId="urn:microsoft.com/office/officeart/2005/8/layout/list1"/>
    <dgm:cxn modelId="{4894EF80-4663-4340-9D57-5D4568E3143C}" type="presParOf" srcId="{6A1ED3B7-16CF-4AC5-9612-E712921DE269}" destId="{A8876DE5-F958-4934-B140-4ADFFAF138F4}" srcOrd="0" destOrd="0" presId="urn:microsoft.com/office/officeart/2005/8/layout/list1"/>
    <dgm:cxn modelId="{F98BB221-6915-45B0-A974-7936A9A6B6B6}" type="presParOf" srcId="{6A1ED3B7-16CF-4AC5-9612-E712921DE269}" destId="{A206B653-D0E7-4D35-BA01-AA75F50D24AC}" srcOrd="1" destOrd="0" presId="urn:microsoft.com/office/officeart/2005/8/layout/list1"/>
    <dgm:cxn modelId="{0529D037-7B4F-464B-A1C4-0E045A82F370}" type="presParOf" srcId="{B4EB1181-10B8-4020-BE38-860478633345}" destId="{9899910D-AE8A-4859-9626-0846CA5F09E3}" srcOrd="9" destOrd="0" presId="urn:microsoft.com/office/officeart/2005/8/layout/list1"/>
    <dgm:cxn modelId="{0A6AC338-1B25-490B-85CF-5ECA91DC59CF}" type="presParOf" srcId="{B4EB1181-10B8-4020-BE38-860478633345}" destId="{14F03ED7-7104-47B3-94C7-A467E6A8D7BC}" srcOrd="10" destOrd="0" presId="urn:microsoft.com/office/officeart/2005/8/layout/list1"/>
    <dgm:cxn modelId="{C8F58054-F408-4980-ACE8-6C03B81AEFA5}" type="presParOf" srcId="{B4EB1181-10B8-4020-BE38-860478633345}" destId="{3B007CF2-5D12-4420-9104-0058FA227741}" srcOrd="11" destOrd="0" presId="urn:microsoft.com/office/officeart/2005/8/layout/list1"/>
    <dgm:cxn modelId="{C662E02E-9733-4659-9FA5-229C0559D7EF}" type="presParOf" srcId="{B4EB1181-10B8-4020-BE38-860478633345}" destId="{26D52B09-7E39-4199-8B5F-C3381B0EB563}" srcOrd="12" destOrd="0" presId="urn:microsoft.com/office/officeart/2005/8/layout/list1"/>
    <dgm:cxn modelId="{1A0D7A0D-A7DE-4D1A-A7DD-1F94012B2F94}" type="presParOf" srcId="{26D52B09-7E39-4199-8B5F-C3381B0EB563}" destId="{B2095A71-4273-4C7C-8D8D-612522855F7D}" srcOrd="0" destOrd="0" presId="urn:microsoft.com/office/officeart/2005/8/layout/list1"/>
    <dgm:cxn modelId="{F3406704-C9ED-48EA-B6E2-4EFA94073952}" type="presParOf" srcId="{26D52B09-7E39-4199-8B5F-C3381B0EB563}" destId="{DE6EC99B-E6BE-449D-BE1A-7488B833D38B}" srcOrd="1" destOrd="0" presId="urn:microsoft.com/office/officeart/2005/8/layout/list1"/>
    <dgm:cxn modelId="{D9297228-82C4-411E-BE5E-7491834556A2}" type="presParOf" srcId="{B4EB1181-10B8-4020-BE38-860478633345}" destId="{B9951AF5-78CF-429C-BE03-FC7A472CA50A}" srcOrd="13" destOrd="0" presId="urn:microsoft.com/office/officeart/2005/8/layout/list1"/>
    <dgm:cxn modelId="{B46630FE-F2B8-4CB5-A772-5D20F3C88B79}" type="presParOf" srcId="{B4EB1181-10B8-4020-BE38-860478633345}" destId="{9E8F48B6-DA5F-435B-99FF-DFB55A37BF2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F0BCEB-C0E4-4DB5-8E92-B7DA0833A08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4E2CB4-41DC-4FE4-9489-FC53CA220BDA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• Dados </a:t>
          </a:r>
          <a:r>
            <a:rPr lang="en-US" dirty="0" err="1">
              <a:solidFill>
                <a:schemeClr val="tx1"/>
              </a:solidFill>
            </a:rPr>
            <a:t>meteorológicos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distribuídos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em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centenas</a:t>
          </a:r>
          <a:r>
            <a:rPr lang="en-US" dirty="0">
              <a:solidFill>
                <a:schemeClr val="tx1"/>
              </a:solidFill>
            </a:rPr>
            <a:t> de </a:t>
          </a:r>
          <a:r>
            <a:rPr lang="en-US" dirty="0" err="1">
              <a:solidFill>
                <a:schemeClr val="tx1"/>
              </a:solidFill>
            </a:rPr>
            <a:t>arquivos</a:t>
          </a:r>
          <a:r>
            <a:rPr lang="en-US" dirty="0">
              <a:solidFill>
                <a:schemeClr val="tx1"/>
              </a:solidFill>
            </a:rPr>
            <a:t> CSV.</a:t>
          </a:r>
        </a:p>
      </dgm:t>
    </dgm:pt>
    <dgm:pt modelId="{80B9AFFE-6DBC-4CBC-84DE-30C12C8DE701}" type="parTrans" cxnId="{F79F04A3-6A32-4784-969F-1CF8740DC20A}">
      <dgm:prSet/>
      <dgm:spPr/>
      <dgm:t>
        <a:bodyPr/>
        <a:lstStyle/>
        <a:p>
          <a:endParaRPr lang="en-US"/>
        </a:p>
      </dgm:t>
    </dgm:pt>
    <dgm:pt modelId="{8C6026BE-FA47-4AAD-B166-501DB486384E}" type="sibTrans" cxnId="{F79F04A3-6A32-4784-969F-1CF8740DC20A}">
      <dgm:prSet/>
      <dgm:spPr/>
      <dgm:t>
        <a:bodyPr/>
        <a:lstStyle/>
        <a:p>
          <a:endParaRPr lang="en-US"/>
        </a:p>
      </dgm:t>
    </dgm:pt>
    <dgm:pt modelId="{2C2951F3-CC8A-451F-A649-25F65E30F992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• </a:t>
          </a:r>
          <a:r>
            <a:rPr lang="en-US" dirty="0" err="1">
              <a:solidFill>
                <a:schemeClr val="tx1"/>
              </a:solidFill>
            </a:rPr>
            <a:t>Dificuldade</a:t>
          </a:r>
          <a:r>
            <a:rPr lang="en-US" dirty="0">
              <a:solidFill>
                <a:schemeClr val="tx1"/>
              </a:solidFill>
            </a:rPr>
            <a:t> para </a:t>
          </a:r>
          <a:r>
            <a:rPr lang="en-US" dirty="0" err="1">
              <a:solidFill>
                <a:schemeClr val="tx1"/>
              </a:solidFill>
            </a:rPr>
            <a:t>análises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consolidadas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499C3A7A-C492-4F60-8671-096212450063}" type="parTrans" cxnId="{A3732E09-C3EF-405C-A51A-055A07877A3E}">
      <dgm:prSet/>
      <dgm:spPr/>
      <dgm:t>
        <a:bodyPr/>
        <a:lstStyle/>
        <a:p>
          <a:endParaRPr lang="en-US"/>
        </a:p>
      </dgm:t>
    </dgm:pt>
    <dgm:pt modelId="{C36F8069-BB87-429E-A230-C0C2E531570C}" type="sibTrans" cxnId="{A3732E09-C3EF-405C-A51A-055A07877A3E}">
      <dgm:prSet/>
      <dgm:spPr/>
      <dgm:t>
        <a:bodyPr/>
        <a:lstStyle/>
        <a:p>
          <a:endParaRPr lang="en-US"/>
        </a:p>
      </dgm:t>
    </dgm:pt>
    <dgm:pt modelId="{6F22CE49-3CB5-4867-9547-8ACBA0E4908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• </a:t>
          </a:r>
          <a:r>
            <a:rPr lang="en-US" dirty="0" err="1">
              <a:solidFill>
                <a:schemeClr val="tx1"/>
              </a:solidFill>
            </a:rPr>
            <a:t>Necessidade</a:t>
          </a:r>
          <a:r>
            <a:rPr lang="en-US" dirty="0">
              <a:solidFill>
                <a:schemeClr val="tx1"/>
              </a:solidFill>
            </a:rPr>
            <a:t> de um </a:t>
          </a:r>
          <a:r>
            <a:rPr lang="en-US" dirty="0" err="1">
              <a:solidFill>
                <a:schemeClr val="tx1"/>
              </a:solidFill>
            </a:rPr>
            <a:t>ambiente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analítico</a:t>
          </a:r>
          <a:r>
            <a:rPr lang="en-US" dirty="0">
              <a:solidFill>
                <a:schemeClr val="tx1"/>
              </a:solidFill>
            </a:rPr>
            <a:t> para </a:t>
          </a:r>
          <a:r>
            <a:rPr lang="en-US" dirty="0" err="1">
              <a:solidFill>
                <a:schemeClr val="tx1"/>
              </a:solidFill>
            </a:rPr>
            <a:t>apoio</a:t>
          </a:r>
          <a:r>
            <a:rPr lang="en-US" dirty="0">
              <a:solidFill>
                <a:schemeClr val="tx1"/>
              </a:solidFill>
            </a:rPr>
            <a:t> à </a:t>
          </a:r>
          <a:r>
            <a:rPr lang="en-US" dirty="0" err="1">
              <a:solidFill>
                <a:schemeClr val="tx1"/>
              </a:solidFill>
            </a:rPr>
            <a:t>decisão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81E873ED-FB4A-465E-866D-F1D3CF2427E3}" type="parTrans" cxnId="{2C801DAC-FFE9-4931-A1A0-6D344132C7D4}">
      <dgm:prSet/>
      <dgm:spPr/>
      <dgm:t>
        <a:bodyPr/>
        <a:lstStyle/>
        <a:p>
          <a:endParaRPr lang="en-US"/>
        </a:p>
      </dgm:t>
    </dgm:pt>
    <dgm:pt modelId="{FAF1A894-A733-4972-882B-517A8FBC3B51}" type="sibTrans" cxnId="{2C801DAC-FFE9-4931-A1A0-6D344132C7D4}">
      <dgm:prSet/>
      <dgm:spPr/>
      <dgm:t>
        <a:bodyPr/>
        <a:lstStyle/>
        <a:p>
          <a:endParaRPr lang="en-US"/>
        </a:p>
      </dgm:t>
    </dgm:pt>
    <dgm:pt modelId="{477A7C7D-4DE5-4164-BAB8-2D778C935EF2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• </a:t>
          </a:r>
          <a:r>
            <a:rPr lang="en-US" dirty="0" err="1">
              <a:solidFill>
                <a:schemeClr val="tx1"/>
              </a:solidFill>
            </a:rPr>
            <a:t>Solução</a:t>
          </a:r>
          <a:r>
            <a:rPr lang="en-US" dirty="0">
              <a:solidFill>
                <a:schemeClr val="tx1"/>
              </a:solidFill>
            </a:rPr>
            <a:t>: ETL + Data Warehouse + Power BI.</a:t>
          </a:r>
        </a:p>
      </dgm:t>
    </dgm:pt>
    <dgm:pt modelId="{D5C4B53E-E8EF-41F9-BFB7-B7EFFC1A8863}" type="parTrans" cxnId="{621BB898-F1C0-447A-9E1A-6CD9D9B10EFF}">
      <dgm:prSet/>
      <dgm:spPr/>
      <dgm:t>
        <a:bodyPr/>
        <a:lstStyle/>
        <a:p>
          <a:endParaRPr lang="en-US"/>
        </a:p>
      </dgm:t>
    </dgm:pt>
    <dgm:pt modelId="{9D35A386-6E53-4593-9920-6FD723F75E67}" type="sibTrans" cxnId="{621BB898-F1C0-447A-9E1A-6CD9D9B10EFF}">
      <dgm:prSet/>
      <dgm:spPr/>
      <dgm:t>
        <a:bodyPr/>
        <a:lstStyle/>
        <a:p>
          <a:endParaRPr lang="en-US"/>
        </a:p>
      </dgm:t>
    </dgm:pt>
    <dgm:pt modelId="{2916A71A-44B0-496E-8AF4-E23123E1E6FE}" type="pres">
      <dgm:prSet presAssocID="{B3F0BCEB-C0E4-4DB5-8E92-B7DA0833A081}" presName="linear" presStyleCnt="0">
        <dgm:presLayoutVars>
          <dgm:animLvl val="lvl"/>
          <dgm:resizeHandles val="exact"/>
        </dgm:presLayoutVars>
      </dgm:prSet>
      <dgm:spPr/>
    </dgm:pt>
    <dgm:pt modelId="{80EC35B3-8B5D-47EA-888F-B846F02B595D}" type="pres">
      <dgm:prSet presAssocID="{764E2CB4-41DC-4FE4-9489-FC53CA220BD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9BCC050-1154-46E4-9EB4-7A44390DAD19}" type="pres">
      <dgm:prSet presAssocID="{8C6026BE-FA47-4AAD-B166-501DB486384E}" presName="spacer" presStyleCnt="0"/>
      <dgm:spPr/>
    </dgm:pt>
    <dgm:pt modelId="{2A30DF86-BA49-4FFD-82CB-72794C353FEE}" type="pres">
      <dgm:prSet presAssocID="{2C2951F3-CC8A-451F-A649-25F65E30F9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E7CCA9E-D75E-4221-9DA5-5A34787DB755}" type="pres">
      <dgm:prSet presAssocID="{C36F8069-BB87-429E-A230-C0C2E531570C}" presName="spacer" presStyleCnt="0"/>
      <dgm:spPr/>
    </dgm:pt>
    <dgm:pt modelId="{9E023D8F-CF05-4581-BA58-56F5575E7292}" type="pres">
      <dgm:prSet presAssocID="{6F22CE49-3CB5-4867-9547-8ACBA0E4908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9D3AABF-FAFD-4141-B064-F3AAF25D96C6}" type="pres">
      <dgm:prSet presAssocID="{FAF1A894-A733-4972-882B-517A8FBC3B51}" presName="spacer" presStyleCnt="0"/>
      <dgm:spPr/>
    </dgm:pt>
    <dgm:pt modelId="{E7BDB3D0-D1F0-4E3F-A78B-56D67E428A81}" type="pres">
      <dgm:prSet presAssocID="{477A7C7D-4DE5-4164-BAB8-2D778C935EF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732E09-C3EF-405C-A51A-055A07877A3E}" srcId="{B3F0BCEB-C0E4-4DB5-8E92-B7DA0833A081}" destId="{2C2951F3-CC8A-451F-A649-25F65E30F992}" srcOrd="1" destOrd="0" parTransId="{499C3A7A-C492-4F60-8671-096212450063}" sibTransId="{C36F8069-BB87-429E-A230-C0C2E531570C}"/>
    <dgm:cxn modelId="{CBD8E02C-7530-4D32-AA79-4A9F74E1D303}" type="presOf" srcId="{477A7C7D-4DE5-4164-BAB8-2D778C935EF2}" destId="{E7BDB3D0-D1F0-4E3F-A78B-56D67E428A81}" srcOrd="0" destOrd="0" presId="urn:microsoft.com/office/officeart/2005/8/layout/vList2"/>
    <dgm:cxn modelId="{89881238-5DB8-47CF-BD76-DF8AD5075321}" type="presOf" srcId="{764E2CB4-41DC-4FE4-9489-FC53CA220BDA}" destId="{80EC35B3-8B5D-47EA-888F-B846F02B595D}" srcOrd="0" destOrd="0" presId="urn:microsoft.com/office/officeart/2005/8/layout/vList2"/>
    <dgm:cxn modelId="{570A4274-102B-44B2-82C7-7CE7D1BBE25B}" type="presOf" srcId="{6F22CE49-3CB5-4867-9547-8ACBA0E49085}" destId="{9E023D8F-CF05-4581-BA58-56F5575E7292}" srcOrd="0" destOrd="0" presId="urn:microsoft.com/office/officeart/2005/8/layout/vList2"/>
    <dgm:cxn modelId="{621BB898-F1C0-447A-9E1A-6CD9D9B10EFF}" srcId="{B3F0BCEB-C0E4-4DB5-8E92-B7DA0833A081}" destId="{477A7C7D-4DE5-4164-BAB8-2D778C935EF2}" srcOrd="3" destOrd="0" parTransId="{D5C4B53E-E8EF-41F9-BFB7-B7EFFC1A8863}" sibTransId="{9D35A386-6E53-4593-9920-6FD723F75E67}"/>
    <dgm:cxn modelId="{F79F04A3-6A32-4784-969F-1CF8740DC20A}" srcId="{B3F0BCEB-C0E4-4DB5-8E92-B7DA0833A081}" destId="{764E2CB4-41DC-4FE4-9489-FC53CA220BDA}" srcOrd="0" destOrd="0" parTransId="{80B9AFFE-6DBC-4CBC-84DE-30C12C8DE701}" sibTransId="{8C6026BE-FA47-4AAD-B166-501DB486384E}"/>
    <dgm:cxn modelId="{2C801DAC-FFE9-4931-A1A0-6D344132C7D4}" srcId="{B3F0BCEB-C0E4-4DB5-8E92-B7DA0833A081}" destId="{6F22CE49-3CB5-4867-9547-8ACBA0E49085}" srcOrd="2" destOrd="0" parTransId="{81E873ED-FB4A-465E-866D-F1D3CF2427E3}" sibTransId="{FAF1A894-A733-4972-882B-517A8FBC3B51}"/>
    <dgm:cxn modelId="{DA3979F3-333F-4C37-AF62-1CC4878BA58C}" type="presOf" srcId="{B3F0BCEB-C0E4-4DB5-8E92-B7DA0833A081}" destId="{2916A71A-44B0-496E-8AF4-E23123E1E6FE}" srcOrd="0" destOrd="0" presId="urn:microsoft.com/office/officeart/2005/8/layout/vList2"/>
    <dgm:cxn modelId="{CF1413F6-FA0D-4621-8065-2C50C8C8114C}" type="presOf" srcId="{2C2951F3-CC8A-451F-A649-25F65E30F992}" destId="{2A30DF86-BA49-4FFD-82CB-72794C353FEE}" srcOrd="0" destOrd="0" presId="urn:microsoft.com/office/officeart/2005/8/layout/vList2"/>
    <dgm:cxn modelId="{7B61C276-8069-4FCF-BB2F-E39A5C633217}" type="presParOf" srcId="{2916A71A-44B0-496E-8AF4-E23123E1E6FE}" destId="{80EC35B3-8B5D-47EA-888F-B846F02B595D}" srcOrd="0" destOrd="0" presId="urn:microsoft.com/office/officeart/2005/8/layout/vList2"/>
    <dgm:cxn modelId="{671015F8-D8E7-4E3B-A4A9-81CAED2A6D77}" type="presParOf" srcId="{2916A71A-44B0-496E-8AF4-E23123E1E6FE}" destId="{B9BCC050-1154-46E4-9EB4-7A44390DAD19}" srcOrd="1" destOrd="0" presId="urn:microsoft.com/office/officeart/2005/8/layout/vList2"/>
    <dgm:cxn modelId="{10514206-A680-4793-A32A-3A9FE46EE718}" type="presParOf" srcId="{2916A71A-44B0-496E-8AF4-E23123E1E6FE}" destId="{2A30DF86-BA49-4FFD-82CB-72794C353FEE}" srcOrd="2" destOrd="0" presId="urn:microsoft.com/office/officeart/2005/8/layout/vList2"/>
    <dgm:cxn modelId="{E28922DC-650E-4077-84FC-E9A20B72158E}" type="presParOf" srcId="{2916A71A-44B0-496E-8AF4-E23123E1E6FE}" destId="{9E7CCA9E-D75E-4221-9DA5-5A34787DB755}" srcOrd="3" destOrd="0" presId="urn:microsoft.com/office/officeart/2005/8/layout/vList2"/>
    <dgm:cxn modelId="{A0D663A5-971B-4EE9-8B30-178DB7431E10}" type="presParOf" srcId="{2916A71A-44B0-496E-8AF4-E23123E1E6FE}" destId="{9E023D8F-CF05-4581-BA58-56F5575E7292}" srcOrd="4" destOrd="0" presId="urn:microsoft.com/office/officeart/2005/8/layout/vList2"/>
    <dgm:cxn modelId="{BAA94CC4-548C-4260-899F-BB55E0EAC7C3}" type="presParOf" srcId="{2916A71A-44B0-496E-8AF4-E23123E1E6FE}" destId="{59D3AABF-FAFD-4141-B064-F3AAF25D96C6}" srcOrd="5" destOrd="0" presId="urn:microsoft.com/office/officeart/2005/8/layout/vList2"/>
    <dgm:cxn modelId="{C702CB97-A46C-468F-BB36-C0F0192970D6}" type="presParOf" srcId="{2916A71A-44B0-496E-8AF4-E23123E1E6FE}" destId="{E7BDB3D0-D1F0-4E3F-A78B-56D67E428A8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B7606D-E797-4550-AC19-3FA5B5AA98E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CDE10D5-DA26-4AA4-B18C-A7DBEAE913ED}">
      <dgm:prSet/>
      <dgm:spPr/>
      <dgm:t>
        <a:bodyPr/>
        <a:lstStyle/>
        <a:p>
          <a:r>
            <a:rPr lang="en-US"/>
            <a:t>• Temperatura Média</a:t>
          </a:r>
        </a:p>
      </dgm:t>
    </dgm:pt>
    <dgm:pt modelId="{FB6092CA-AB6C-4226-A693-89DEDB694DD0}" type="parTrans" cxnId="{1ADCBC36-2F1C-4A4B-A8D6-A0EEE92BBE35}">
      <dgm:prSet/>
      <dgm:spPr/>
      <dgm:t>
        <a:bodyPr/>
        <a:lstStyle/>
        <a:p>
          <a:endParaRPr lang="en-US"/>
        </a:p>
      </dgm:t>
    </dgm:pt>
    <dgm:pt modelId="{09894B62-570B-4282-983B-E559E2AE2334}" type="sibTrans" cxnId="{1ADCBC36-2F1C-4A4B-A8D6-A0EEE92BBE35}">
      <dgm:prSet/>
      <dgm:spPr/>
      <dgm:t>
        <a:bodyPr/>
        <a:lstStyle/>
        <a:p>
          <a:endParaRPr lang="en-US"/>
        </a:p>
      </dgm:t>
    </dgm:pt>
    <dgm:pt modelId="{271848F8-5863-4122-BA93-C63236D8E846}">
      <dgm:prSet/>
      <dgm:spPr/>
      <dgm:t>
        <a:bodyPr/>
        <a:lstStyle/>
        <a:p>
          <a:r>
            <a:rPr lang="en-US"/>
            <a:t>• Temperatura Máxima e Mínima</a:t>
          </a:r>
        </a:p>
      </dgm:t>
    </dgm:pt>
    <dgm:pt modelId="{F6B65AA8-AEAE-4562-9540-E3D04EF43F81}" type="parTrans" cxnId="{099B5F56-B580-4F6B-974D-9FA1942B82BC}">
      <dgm:prSet/>
      <dgm:spPr/>
      <dgm:t>
        <a:bodyPr/>
        <a:lstStyle/>
        <a:p>
          <a:endParaRPr lang="en-US"/>
        </a:p>
      </dgm:t>
    </dgm:pt>
    <dgm:pt modelId="{262C60AE-5894-4D03-AA66-3B0398CBCFB7}" type="sibTrans" cxnId="{099B5F56-B580-4F6B-974D-9FA1942B82BC}">
      <dgm:prSet/>
      <dgm:spPr/>
      <dgm:t>
        <a:bodyPr/>
        <a:lstStyle/>
        <a:p>
          <a:endParaRPr lang="en-US"/>
        </a:p>
      </dgm:t>
    </dgm:pt>
    <dgm:pt modelId="{7F0CA113-F5A2-47AA-A64C-3799E77D47B1}">
      <dgm:prSet/>
      <dgm:spPr/>
      <dgm:t>
        <a:bodyPr/>
        <a:lstStyle/>
        <a:p>
          <a:r>
            <a:rPr lang="en-US"/>
            <a:t>• Precipitação Total</a:t>
          </a:r>
        </a:p>
      </dgm:t>
    </dgm:pt>
    <dgm:pt modelId="{2A712156-5480-4021-A96C-8A18A1EF534B}" type="parTrans" cxnId="{837A8D6D-8679-4D46-8444-35709A5AFAED}">
      <dgm:prSet/>
      <dgm:spPr/>
      <dgm:t>
        <a:bodyPr/>
        <a:lstStyle/>
        <a:p>
          <a:endParaRPr lang="en-US"/>
        </a:p>
      </dgm:t>
    </dgm:pt>
    <dgm:pt modelId="{6460514B-E710-4C0A-8629-C94E688BC364}" type="sibTrans" cxnId="{837A8D6D-8679-4D46-8444-35709A5AFAED}">
      <dgm:prSet/>
      <dgm:spPr/>
      <dgm:t>
        <a:bodyPr/>
        <a:lstStyle/>
        <a:p>
          <a:endParaRPr lang="en-US"/>
        </a:p>
      </dgm:t>
    </dgm:pt>
    <dgm:pt modelId="{55CF1C84-3C98-4508-A48D-745507D6CD74}">
      <dgm:prSet/>
      <dgm:spPr/>
      <dgm:t>
        <a:bodyPr/>
        <a:lstStyle/>
        <a:p>
          <a:r>
            <a:rPr lang="en-US"/>
            <a:t>• Umidade Média</a:t>
          </a:r>
        </a:p>
      </dgm:t>
    </dgm:pt>
    <dgm:pt modelId="{AAFFE5FF-FD15-4C5C-A5B1-E94C0855E538}" type="parTrans" cxnId="{CC2D798E-0835-418D-9A86-9D3017E035A3}">
      <dgm:prSet/>
      <dgm:spPr/>
      <dgm:t>
        <a:bodyPr/>
        <a:lstStyle/>
        <a:p>
          <a:endParaRPr lang="en-US"/>
        </a:p>
      </dgm:t>
    </dgm:pt>
    <dgm:pt modelId="{4E76E38A-E62B-4DFC-99E7-7A62BC2B7CF3}" type="sibTrans" cxnId="{CC2D798E-0835-418D-9A86-9D3017E035A3}">
      <dgm:prSet/>
      <dgm:spPr/>
      <dgm:t>
        <a:bodyPr/>
        <a:lstStyle/>
        <a:p>
          <a:endParaRPr lang="en-US"/>
        </a:p>
      </dgm:t>
    </dgm:pt>
    <dgm:pt modelId="{AFA15BAF-862B-494D-987C-A9182F877DC1}">
      <dgm:prSet/>
      <dgm:spPr/>
      <dgm:t>
        <a:bodyPr/>
        <a:lstStyle/>
        <a:p>
          <a:r>
            <a:rPr lang="en-US"/>
            <a:t>• Pressão Média</a:t>
          </a:r>
        </a:p>
      </dgm:t>
    </dgm:pt>
    <dgm:pt modelId="{9E3D115B-FFAF-4321-8791-5D4E9B91A5D3}" type="parTrans" cxnId="{28CEFBD4-7037-4B64-B569-8E46A4531C99}">
      <dgm:prSet/>
      <dgm:spPr/>
      <dgm:t>
        <a:bodyPr/>
        <a:lstStyle/>
        <a:p>
          <a:endParaRPr lang="en-US"/>
        </a:p>
      </dgm:t>
    </dgm:pt>
    <dgm:pt modelId="{2B7AAED9-C6BE-46F5-8473-00D8C754C9AC}" type="sibTrans" cxnId="{28CEFBD4-7037-4B64-B569-8E46A4531C99}">
      <dgm:prSet/>
      <dgm:spPr/>
      <dgm:t>
        <a:bodyPr/>
        <a:lstStyle/>
        <a:p>
          <a:endParaRPr lang="en-US"/>
        </a:p>
      </dgm:t>
    </dgm:pt>
    <dgm:pt modelId="{2048E981-1D42-4E11-B20C-071E9E28BA7F}">
      <dgm:prSet/>
      <dgm:spPr/>
      <dgm:t>
        <a:bodyPr/>
        <a:lstStyle/>
        <a:p>
          <a:r>
            <a:rPr lang="en-US"/>
            <a:t>• Velocidade Média do Vento</a:t>
          </a:r>
        </a:p>
      </dgm:t>
    </dgm:pt>
    <dgm:pt modelId="{13C4F2E5-3077-4AA0-AB75-AA754A88C667}" type="parTrans" cxnId="{20B680AA-180E-4ED7-840A-18E05BCEA6BA}">
      <dgm:prSet/>
      <dgm:spPr/>
      <dgm:t>
        <a:bodyPr/>
        <a:lstStyle/>
        <a:p>
          <a:endParaRPr lang="en-US"/>
        </a:p>
      </dgm:t>
    </dgm:pt>
    <dgm:pt modelId="{F96762D8-BF8B-442D-AE4E-C23C5C2F15B3}" type="sibTrans" cxnId="{20B680AA-180E-4ED7-840A-18E05BCEA6BA}">
      <dgm:prSet/>
      <dgm:spPr/>
      <dgm:t>
        <a:bodyPr/>
        <a:lstStyle/>
        <a:p>
          <a:endParaRPr lang="en-US"/>
        </a:p>
      </dgm:t>
    </dgm:pt>
    <dgm:pt modelId="{931FECB0-9289-4DD8-9F63-1D3DC221EC57}">
      <dgm:prSet/>
      <dgm:spPr/>
      <dgm:t>
        <a:bodyPr/>
        <a:lstStyle/>
        <a:p>
          <a:r>
            <a:rPr lang="en-US"/>
            <a:t>• Dias com Chuva</a:t>
          </a:r>
        </a:p>
      </dgm:t>
    </dgm:pt>
    <dgm:pt modelId="{352884D0-56FD-4551-8E78-D4B15A7235CE}" type="parTrans" cxnId="{678CE434-F785-4D06-A3EC-23D589A8F3F6}">
      <dgm:prSet/>
      <dgm:spPr/>
      <dgm:t>
        <a:bodyPr/>
        <a:lstStyle/>
        <a:p>
          <a:endParaRPr lang="en-US"/>
        </a:p>
      </dgm:t>
    </dgm:pt>
    <dgm:pt modelId="{8AB25526-E67E-42AD-A425-532D3B090FC2}" type="sibTrans" cxnId="{678CE434-F785-4D06-A3EC-23D589A8F3F6}">
      <dgm:prSet/>
      <dgm:spPr/>
      <dgm:t>
        <a:bodyPr/>
        <a:lstStyle/>
        <a:p>
          <a:endParaRPr lang="en-US"/>
        </a:p>
      </dgm:t>
    </dgm:pt>
    <dgm:pt modelId="{7ED602C5-0F38-4603-A086-0873DA93B205}">
      <dgm:prSet/>
      <dgm:spPr/>
      <dgm:t>
        <a:bodyPr/>
        <a:lstStyle/>
        <a:p>
          <a:r>
            <a:rPr lang="en-US"/>
            <a:t>• Amplitude Térmica</a:t>
          </a:r>
        </a:p>
      </dgm:t>
    </dgm:pt>
    <dgm:pt modelId="{D170F189-0EFA-4D5D-8FB6-8AA98DADE07B}" type="parTrans" cxnId="{DAAE6381-1C3C-4292-BC3F-930E4F7857B8}">
      <dgm:prSet/>
      <dgm:spPr/>
      <dgm:t>
        <a:bodyPr/>
        <a:lstStyle/>
        <a:p>
          <a:endParaRPr lang="en-US"/>
        </a:p>
      </dgm:t>
    </dgm:pt>
    <dgm:pt modelId="{EF50FE65-B605-45CA-9822-88F58865C603}" type="sibTrans" cxnId="{DAAE6381-1C3C-4292-BC3F-930E4F7857B8}">
      <dgm:prSet/>
      <dgm:spPr/>
      <dgm:t>
        <a:bodyPr/>
        <a:lstStyle/>
        <a:p>
          <a:endParaRPr lang="en-US"/>
        </a:p>
      </dgm:t>
    </dgm:pt>
    <dgm:pt modelId="{EB309156-9755-4274-83A5-CCDAD599CA87}" type="pres">
      <dgm:prSet presAssocID="{1FB7606D-E797-4550-AC19-3FA5B5AA98E3}" presName="diagram" presStyleCnt="0">
        <dgm:presLayoutVars>
          <dgm:dir/>
          <dgm:resizeHandles val="exact"/>
        </dgm:presLayoutVars>
      </dgm:prSet>
      <dgm:spPr/>
    </dgm:pt>
    <dgm:pt modelId="{00525804-3B5D-4E6B-A411-132372E97386}" type="pres">
      <dgm:prSet presAssocID="{4CDE10D5-DA26-4AA4-B18C-A7DBEAE913ED}" presName="node" presStyleLbl="node1" presStyleIdx="0" presStyleCnt="8">
        <dgm:presLayoutVars>
          <dgm:bulletEnabled val="1"/>
        </dgm:presLayoutVars>
      </dgm:prSet>
      <dgm:spPr/>
    </dgm:pt>
    <dgm:pt modelId="{870BD0D4-1EA1-401A-957C-2F3658EAD016}" type="pres">
      <dgm:prSet presAssocID="{09894B62-570B-4282-983B-E559E2AE2334}" presName="sibTrans" presStyleCnt="0"/>
      <dgm:spPr/>
    </dgm:pt>
    <dgm:pt modelId="{D13FCE92-7FE6-4EA1-93E7-9CBEB9E80EEE}" type="pres">
      <dgm:prSet presAssocID="{271848F8-5863-4122-BA93-C63236D8E846}" presName="node" presStyleLbl="node1" presStyleIdx="1" presStyleCnt="8">
        <dgm:presLayoutVars>
          <dgm:bulletEnabled val="1"/>
        </dgm:presLayoutVars>
      </dgm:prSet>
      <dgm:spPr/>
    </dgm:pt>
    <dgm:pt modelId="{1B448514-31D3-46FB-ACEE-5F3F7A1DB6D4}" type="pres">
      <dgm:prSet presAssocID="{262C60AE-5894-4D03-AA66-3B0398CBCFB7}" presName="sibTrans" presStyleCnt="0"/>
      <dgm:spPr/>
    </dgm:pt>
    <dgm:pt modelId="{1E3A6E14-BB5E-406F-8F5F-E665069DC408}" type="pres">
      <dgm:prSet presAssocID="{7F0CA113-F5A2-47AA-A64C-3799E77D47B1}" presName="node" presStyleLbl="node1" presStyleIdx="2" presStyleCnt="8">
        <dgm:presLayoutVars>
          <dgm:bulletEnabled val="1"/>
        </dgm:presLayoutVars>
      </dgm:prSet>
      <dgm:spPr/>
    </dgm:pt>
    <dgm:pt modelId="{90FF6090-CE8E-4239-99CD-74B81B2D12F0}" type="pres">
      <dgm:prSet presAssocID="{6460514B-E710-4C0A-8629-C94E688BC364}" presName="sibTrans" presStyleCnt="0"/>
      <dgm:spPr/>
    </dgm:pt>
    <dgm:pt modelId="{321CFFFF-1329-4A3E-810E-CA253848A0B3}" type="pres">
      <dgm:prSet presAssocID="{55CF1C84-3C98-4508-A48D-745507D6CD74}" presName="node" presStyleLbl="node1" presStyleIdx="3" presStyleCnt="8">
        <dgm:presLayoutVars>
          <dgm:bulletEnabled val="1"/>
        </dgm:presLayoutVars>
      </dgm:prSet>
      <dgm:spPr/>
    </dgm:pt>
    <dgm:pt modelId="{873BB611-0D33-4A2B-A973-A956B8C821F3}" type="pres">
      <dgm:prSet presAssocID="{4E76E38A-E62B-4DFC-99E7-7A62BC2B7CF3}" presName="sibTrans" presStyleCnt="0"/>
      <dgm:spPr/>
    </dgm:pt>
    <dgm:pt modelId="{8EDE00D7-2E78-4F2F-9771-863428489284}" type="pres">
      <dgm:prSet presAssocID="{AFA15BAF-862B-494D-987C-A9182F877DC1}" presName="node" presStyleLbl="node1" presStyleIdx="4" presStyleCnt="8">
        <dgm:presLayoutVars>
          <dgm:bulletEnabled val="1"/>
        </dgm:presLayoutVars>
      </dgm:prSet>
      <dgm:spPr/>
    </dgm:pt>
    <dgm:pt modelId="{0AB5817B-F785-4696-A5B3-F47A98ABED4C}" type="pres">
      <dgm:prSet presAssocID="{2B7AAED9-C6BE-46F5-8473-00D8C754C9AC}" presName="sibTrans" presStyleCnt="0"/>
      <dgm:spPr/>
    </dgm:pt>
    <dgm:pt modelId="{EB5421BC-0FA4-44D6-B9F2-4B0FEC64C4A1}" type="pres">
      <dgm:prSet presAssocID="{2048E981-1D42-4E11-B20C-071E9E28BA7F}" presName="node" presStyleLbl="node1" presStyleIdx="5" presStyleCnt="8">
        <dgm:presLayoutVars>
          <dgm:bulletEnabled val="1"/>
        </dgm:presLayoutVars>
      </dgm:prSet>
      <dgm:spPr/>
    </dgm:pt>
    <dgm:pt modelId="{CD80C6A3-246B-4981-A241-D88FE5CFA753}" type="pres">
      <dgm:prSet presAssocID="{F96762D8-BF8B-442D-AE4E-C23C5C2F15B3}" presName="sibTrans" presStyleCnt="0"/>
      <dgm:spPr/>
    </dgm:pt>
    <dgm:pt modelId="{27F4BF30-39F7-4D81-AAD4-65F35CF21999}" type="pres">
      <dgm:prSet presAssocID="{931FECB0-9289-4DD8-9F63-1D3DC221EC57}" presName="node" presStyleLbl="node1" presStyleIdx="6" presStyleCnt="8">
        <dgm:presLayoutVars>
          <dgm:bulletEnabled val="1"/>
        </dgm:presLayoutVars>
      </dgm:prSet>
      <dgm:spPr/>
    </dgm:pt>
    <dgm:pt modelId="{45CB919A-6EAF-49A3-BD9A-445C0A16DDA3}" type="pres">
      <dgm:prSet presAssocID="{8AB25526-E67E-42AD-A425-532D3B090FC2}" presName="sibTrans" presStyleCnt="0"/>
      <dgm:spPr/>
    </dgm:pt>
    <dgm:pt modelId="{20266039-0FE9-42BF-9FCD-F62DD80D8187}" type="pres">
      <dgm:prSet presAssocID="{7ED602C5-0F38-4603-A086-0873DA93B205}" presName="node" presStyleLbl="node1" presStyleIdx="7" presStyleCnt="8">
        <dgm:presLayoutVars>
          <dgm:bulletEnabled val="1"/>
        </dgm:presLayoutVars>
      </dgm:prSet>
      <dgm:spPr/>
    </dgm:pt>
  </dgm:ptLst>
  <dgm:cxnLst>
    <dgm:cxn modelId="{90F02115-B121-4313-B598-8982F01AE57E}" type="presOf" srcId="{271848F8-5863-4122-BA93-C63236D8E846}" destId="{D13FCE92-7FE6-4EA1-93E7-9CBEB9E80EEE}" srcOrd="0" destOrd="0" presId="urn:microsoft.com/office/officeart/2005/8/layout/default"/>
    <dgm:cxn modelId="{08922527-E35D-4557-8513-E6A4B4A4BF3D}" type="presOf" srcId="{931FECB0-9289-4DD8-9F63-1D3DC221EC57}" destId="{27F4BF30-39F7-4D81-AAD4-65F35CF21999}" srcOrd="0" destOrd="0" presId="urn:microsoft.com/office/officeart/2005/8/layout/default"/>
    <dgm:cxn modelId="{678CE434-F785-4D06-A3EC-23D589A8F3F6}" srcId="{1FB7606D-E797-4550-AC19-3FA5B5AA98E3}" destId="{931FECB0-9289-4DD8-9F63-1D3DC221EC57}" srcOrd="6" destOrd="0" parTransId="{352884D0-56FD-4551-8E78-D4B15A7235CE}" sibTransId="{8AB25526-E67E-42AD-A425-532D3B090FC2}"/>
    <dgm:cxn modelId="{1ADCBC36-2F1C-4A4B-A8D6-A0EEE92BBE35}" srcId="{1FB7606D-E797-4550-AC19-3FA5B5AA98E3}" destId="{4CDE10D5-DA26-4AA4-B18C-A7DBEAE913ED}" srcOrd="0" destOrd="0" parTransId="{FB6092CA-AB6C-4226-A693-89DEDB694DD0}" sibTransId="{09894B62-570B-4282-983B-E559E2AE2334}"/>
    <dgm:cxn modelId="{7095383E-8FCD-4C2A-85AB-3DC07B5AECA2}" type="presOf" srcId="{55CF1C84-3C98-4508-A48D-745507D6CD74}" destId="{321CFFFF-1329-4A3E-810E-CA253848A0B3}" srcOrd="0" destOrd="0" presId="urn:microsoft.com/office/officeart/2005/8/layout/default"/>
    <dgm:cxn modelId="{5F434D62-EFE9-4E6D-90FF-27E765461A71}" type="presOf" srcId="{AFA15BAF-862B-494D-987C-A9182F877DC1}" destId="{8EDE00D7-2E78-4F2F-9771-863428489284}" srcOrd="0" destOrd="0" presId="urn:microsoft.com/office/officeart/2005/8/layout/default"/>
    <dgm:cxn modelId="{39292C6B-4F44-474B-9E4C-1BC987FA18D6}" type="presOf" srcId="{1FB7606D-E797-4550-AC19-3FA5B5AA98E3}" destId="{EB309156-9755-4274-83A5-CCDAD599CA87}" srcOrd="0" destOrd="0" presId="urn:microsoft.com/office/officeart/2005/8/layout/default"/>
    <dgm:cxn modelId="{837A8D6D-8679-4D46-8444-35709A5AFAED}" srcId="{1FB7606D-E797-4550-AC19-3FA5B5AA98E3}" destId="{7F0CA113-F5A2-47AA-A64C-3799E77D47B1}" srcOrd="2" destOrd="0" parTransId="{2A712156-5480-4021-A96C-8A18A1EF534B}" sibTransId="{6460514B-E710-4C0A-8629-C94E688BC364}"/>
    <dgm:cxn modelId="{34093B6E-F9EC-48F4-86A2-1DB2E935100C}" type="presOf" srcId="{4CDE10D5-DA26-4AA4-B18C-A7DBEAE913ED}" destId="{00525804-3B5D-4E6B-A411-132372E97386}" srcOrd="0" destOrd="0" presId="urn:microsoft.com/office/officeart/2005/8/layout/default"/>
    <dgm:cxn modelId="{099B5F56-B580-4F6B-974D-9FA1942B82BC}" srcId="{1FB7606D-E797-4550-AC19-3FA5B5AA98E3}" destId="{271848F8-5863-4122-BA93-C63236D8E846}" srcOrd="1" destOrd="0" parTransId="{F6B65AA8-AEAE-4562-9540-E3D04EF43F81}" sibTransId="{262C60AE-5894-4D03-AA66-3B0398CBCFB7}"/>
    <dgm:cxn modelId="{DAAE6381-1C3C-4292-BC3F-930E4F7857B8}" srcId="{1FB7606D-E797-4550-AC19-3FA5B5AA98E3}" destId="{7ED602C5-0F38-4603-A086-0873DA93B205}" srcOrd="7" destOrd="0" parTransId="{D170F189-0EFA-4D5D-8FB6-8AA98DADE07B}" sibTransId="{EF50FE65-B605-45CA-9822-88F58865C603}"/>
    <dgm:cxn modelId="{CC2D798E-0835-418D-9A86-9D3017E035A3}" srcId="{1FB7606D-E797-4550-AC19-3FA5B5AA98E3}" destId="{55CF1C84-3C98-4508-A48D-745507D6CD74}" srcOrd="3" destOrd="0" parTransId="{AAFFE5FF-FD15-4C5C-A5B1-E94C0855E538}" sibTransId="{4E76E38A-E62B-4DFC-99E7-7A62BC2B7CF3}"/>
    <dgm:cxn modelId="{20B680AA-180E-4ED7-840A-18E05BCEA6BA}" srcId="{1FB7606D-E797-4550-AC19-3FA5B5AA98E3}" destId="{2048E981-1D42-4E11-B20C-071E9E28BA7F}" srcOrd="5" destOrd="0" parTransId="{13C4F2E5-3077-4AA0-AB75-AA754A88C667}" sibTransId="{F96762D8-BF8B-442D-AE4E-C23C5C2F15B3}"/>
    <dgm:cxn modelId="{06B9B6B7-A906-4B00-B7B1-0BD5BFB6F683}" type="presOf" srcId="{2048E981-1D42-4E11-B20C-071E9E28BA7F}" destId="{EB5421BC-0FA4-44D6-B9F2-4B0FEC64C4A1}" srcOrd="0" destOrd="0" presId="urn:microsoft.com/office/officeart/2005/8/layout/default"/>
    <dgm:cxn modelId="{E17B69D2-FCAC-47D3-936B-55F7CF7DB075}" type="presOf" srcId="{7ED602C5-0F38-4603-A086-0873DA93B205}" destId="{20266039-0FE9-42BF-9FCD-F62DD80D8187}" srcOrd="0" destOrd="0" presId="urn:microsoft.com/office/officeart/2005/8/layout/default"/>
    <dgm:cxn modelId="{28CEFBD4-7037-4B64-B569-8E46A4531C99}" srcId="{1FB7606D-E797-4550-AC19-3FA5B5AA98E3}" destId="{AFA15BAF-862B-494D-987C-A9182F877DC1}" srcOrd="4" destOrd="0" parTransId="{9E3D115B-FFAF-4321-8791-5D4E9B91A5D3}" sibTransId="{2B7AAED9-C6BE-46F5-8473-00D8C754C9AC}"/>
    <dgm:cxn modelId="{4BFF48FE-4457-4E0E-8C73-4C26300F0E17}" type="presOf" srcId="{7F0CA113-F5A2-47AA-A64C-3799E77D47B1}" destId="{1E3A6E14-BB5E-406F-8F5F-E665069DC408}" srcOrd="0" destOrd="0" presId="urn:microsoft.com/office/officeart/2005/8/layout/default"/>
    <dgm:cxn modelId="{3A123583-CFE9-4B67-8AB9-48FBFDF6BD8C}" type="presParOf" srcId="{EB309156-9755-4274-83A5-CCDAD599CA87}" destId="{00525804-3B5D-4E6B-A411-132372E97386}" srcOrd="0" destOrd="0" presId="urn:microsoft.com/office/officeart/2005/8/layout/default"/>
    <dgm:cxn modelId="{9183CC14-CCD5-4B1D-8797-90B9B01FFDC6}" type="presParOf" srcId="{EB309156-9755-4274-83A5-CCDAD599CA87}" destId="{870BD0D4-1EA1-401A-957C-2F3658EAD016}" srcOrd="1" destOrd="0" presId="urn:microsoft.com/office/officeart/2005/8/layout/default"/>
    <dgm:cxn modelId="{75FEE2A6-0BE5-4C07-B8A4-82ECAA7D6F97}" type="presParOf" srcId="{EB309156-9755-4274-83A5-CCDAD599CA87}" destId="{D13FCE92-7FE6-4EA1-93E7-9CBEB9E80EEE}" srcOrd="2" destOrd="0" presId="urn:microsoft.com/office/officeart/2005/8/layout/default"/>
    <dgm:cxn modelId="{963AFB2B-0E1C-4571-8198-01CF17062E32}" type="presParOf" srcId="{EB309156-9755-4274-83A5-CCDAD599CA87}" destId="{1B448514-31D3-46FB-ACEE-5F3F7A1DB6D4}" srcOrd="3" destOrd="0" presId="urn:microsoft.com/office/officeart/2005/8/layout/default"/>
    <dgm:cxn modelId="{63F3C82F-346E-4578-851A-A39F6DD32710}" type="presParOf" srcId="{EB309156-9755-4274-83A5-CCDAD599CA87}" destId="{1E3A6E14-BB5E-406F-8F5F-E665069DC408}" srcOrd="4" destOrd="0" presId="urn:microsoft.com/office/officeart/2005/8/layout/default"/>
    <dgm:cxn modelId="{7B3B4A77-6ABE-46BB-928E-217E5ED9C96C}" type="presParOf" srcId="{EB309156-9755-4274-83A5-CCDAD599CA87}" destId="{90FF6090-CE8E-4239-99CD-74B81B2D12F0}" srcOrd="5" destOrd="0" presId="urn:microsoft.com/office/officeart/2005/8/layout/default"/>
    <dgm:cxn modelId="{08BC2632-2320-4409-A50D-6DC14555784E}" type="presParOf" srcId="{EB309156-9755-4274-83A5-CCDAD599CA87}" destId="{321CFFFF-1329-4A3E-810E-CA253848A0B3}" srcOrd="6" destOrd="0" presId="urn:microsoft.com/office/officeart/2005/8/layout/default"/>
    <dgm:cxn modelId="{852B104B-3C17-4681-B9C4-AB0B945239BC}" type="presParOf" srcId="{EB309156-9755-4274-83A5-CCDAD599CA87}" destId="{873BB611-0D33-4A2B-A973-A956B8C821F3}" srcOrd="7" destOrd="0" presId="urn:microsoft.com/office/officeart/2005/8/layout/default"/>
    <dgm:cxn modelId="{B3775C56-8092-415E-A786-76A7D8D2A71D}" type="presParOf" srcId="{EB309156-9755-4274-83A5-CCDAD599CA87}" destId="{8EDE00D7-2E78-4F2F-9771-863428489284}" srcOrd="8" destOrd="0" presId="urn:microsoft.com/office/officeart/2005/8/layout/default"/>
    <dgm:cxn modelId="{C039F43E-8FCB-438D-8993-A2FAA2BCF678}" type="presParOf" srcId="{EB309156-9755-4274-83A5-CCDAD599CA87}" destId="{0AB5817B-F785-4696-A5B3-F47A98ABED4C}" srcOrd="9" destOrd="0" presId="urn:microsoft.com/office/officeart/2005/8/layout/default"/>
    <dgm:cxn modelId="{8E0B13FE-BB39-42AD-9907-A1EA97AF0349}" type="presParOf" srcId="{EB309156-9755-4274-83A5-CCDAD599CA87}" destId="{EB5421BC-0FA4-44D6-B9F2-4B0FEC64C4A1}" srcOrd="10" destOrd="0" presId="urn:microsoft.com/office/officeart/2005/8/layout/default"/>
    <dgm:cxn modelId="{02B34B5B-12CB-4417-B4CC-FADADD6986B8}" type="presParOf" srcId="{EB309156-9755-4274-83A5-CCDAD599CA87}" destId="{CD80C6A3-246B-4981-A241-D88FE5CFA753}" srcOrd="11" destOrd="0" presId="urn:microsoft.com/office/officeart/2005/8/layout/default"/>
    <dgm:cxn modelId="{46DC0460-DF29-4BE5-AD1F-400DDE87A009}" type="presParOf" srcId="{EB309156-9755-4274-83A5-CCDAD599CA87}" destId="{27F4BF30-39F7-4D81-AAD4-65F35CF21999}" srcOrd="12" destOrd="0" presId="urn:microsoft.com/office/officeart/2005/8/layout/default"/>
    <dgm:cxn modelId="{0CE5F384-45A6-4CD7-97CA-21EBDBB059BD}" type="presParOf" srcId="{EB309156-9755-4274-83A5-CCDAD599CA87}" destId="{45CB919A-6EAF-49A3-BD9A-445C0A16DDA3}" srcOrd="13" destOrd="0" presId="urn:microsoft.com/office/officeart/2005/8/layout/default"/>
    <dgm:cxn modelId="{A1650668-CC04-4670-8262-C8A7D0A3FBF7}" type="presParOf" srcId="{EB309156-9755-4274-83A5-CCDAD599CA87}" destId="{20266039-0FE9-42BF-9FCD-F62DD80D818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C456A0-AA27-49E0-92B9-5FCEAB6CB9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3C82800-7131-40E5-8BD0-A18DAE6F1291}">
      <dgm:prSet/>
      <dgm:spPr/>
      <dgm:t>
        <a:bodyPr/>
        <a:lstStyle/>
        <a:p>
          <a:pPr>
            <a:defRPr cap="all"/>
          </a:pPr>
          <a:r>
            <a:rPr lang="en-US"/>
            <a:t>• ETL desenvolvido no Power Query.</a:t>
          </a:r>
        </a:p>
      </dgm:t>
    </dgm:pt>
    <dgm:pt modelId="{7000232B-DB29-4382-852F-26CD18622E98}" type="parTrans" cxnId="{4768ED65-8659-4AF6-837A-F2525F5084BA}">
      <dgm:prSet/>
      <dgm:spPr/>
      <dgm:t>
        <a:bodyPr/>
        <a:lstStyle/>
        <a:p>
          <a:endParaRPr lang="en-US"/>
        </a:p>
      </dgm:t>
    </dgm:pt>
    <dgm:pt modelId="{5C4E0F78-C5F9-41E5-AB16-0863E018266B}" type="sibTrans" cxnId="{4768ED65-8659-4AF6-837A-F2525F5084BA}">
      <dgm:prSet/>
      <dgm:spPr/>
      <dgm:t>
        <a:bodyPr/>
        <a:lstStyle/>
        <a:p>
          <a:endParaRPr lang="en-US"/>
        </a:p>
      </dgm:t>
    </dgm:pt>
    <dgm:pt modelId="{9EF1FE9F-5FEB-490D-9A47-E54B8296E4C9}">
      <dgm:prSet/>
      <dgm:spPr/>
      <dgm:t>
        <a:bodyPr/>
        <a:lstStyle/>
        <a:p>
          <a:pPr>
            <a:defRPr cap="all"/>
          </a:pPr>
          <a:r>
            <a:rPr lang="en-US"/>
            <a:t>• Modelo Star Schema implementado.</a:t>
          </a:r>
        </a:p>
      </dgm:t>
    </dgm:pt>
    <dgm:pt modelId="{35AA1767-8235-4F99-8E8D-1FBAF65ED0B8}" type="parTrans" cxnId="{F0F5681E-E488-47E3-A51D-AA02A5F55AD2}">
      <dgm:prSet/>
      <dgm:spPr/>
      <dgm:t>
        <a:bodyPr/>
        <a:lstStyle/>
        <a:p>
          <a:endParaRPr lang="en-US"/>
        </a:p>
      </dgm:t>
    </dgm:pt>
    <dgm:pt modelId="{E042D42E-1447-44C2-A979-6F3C8E912F48}" type="sibTrans" cxnId="{F0F5681E-E488-47E3-A51D-AA02A5F55AD2}">
      <dgm:prSet/>
      <dgm:spPr/>
      <dgm:t>
        <a:bodyPr/>
        <a:lstStyle/>
        <a:p>
          <a:endParaRPr lang="en-US"/>
        </a:p>
      </dgm:t>
    </dgm:pt>
    <dgm:pt modelId="{CDA08B83-0E02-4CC3-98D0-073DD267C85D}">
      <dgm:prSet/>
      <dgm:spPr/>
      <dgm:t>
        <a:bodyPr/>
        <a:lstStyle/>
        <a:p>
          <a:pPr>
            <a:defRPr cap="all"/>
          </a:pPr>
          <a:r>
            <a:rPr lang="en-US"/>
            <a:t>• Medidas DAX e dashboards interativos.</a:t>
          </a:r>
        </a:p>
      </dgm:t>
    </dgm:pt>
    <dgm:pt modelId="{6EAC9361-FAC3-4BF8-94A2-AD94560E6887}" type="parTrans" cxnId="{0558B368-E7CE-4A0F-A91E-FC679615E40F}">
      <dgm:prSet/>
      <dgm:spPr/>
      <dgm:t>
        <a:bodyPr/>
        <a:lstStyle/>
        <a:p>
          <a:endParaRPr lang="en-US"/>
        </a:p>
      </dgm:t>
    </dgm:pt>
    <dgm:pt modelId="{C1E2FFFF-0199-4E7F-B78F-22FC2562AE5B}" type="sibTrans" cxnId="{0558B368-E7CE-4A0F-A91E-FC679615E40F}">
      <dgm:prSet/>
      <dgm:spPr/>
      <dgm:t>
        <a:bodyPr/>
        <a:lstStyle/>
        <a:p>
          <a:endParaRPr lang="en-US"/>
        </a:p>
      </dgm:t>
    </dgm:pt>
    <dgm:pt modelId="{8D0A76C8-F9BD-4C25-B46F-4A3A4D5061E2}">
      <dgm:prSet/>
      <dgm:spPr/>
      <dgm:t>
        <a:bodyPr/>
        <a:lstStyle/>
        <a:p>
          <a:pPr>
            <a:defRPr cap="all"/>
          </a:pPr>
          <a:r>
            <a:rPr lang="en-US"/>
            <a:t>• Implementação de RLS.</a:t>
          </a:r>
        </a:p>
      </dgm:t>
    </dgm:pt>
    <dgm:pt modelId="{1E230AE3-547A-4B2B-A116-0F8E990CF073}" type="parTrans" cxnId="{A0B4ACC1-A497-4461-96D9-7614132D5F61}">
      <dgm:prSet/>
      <dgm:spPr/>
      <dgm:t>
        <a:bodyPr/>
        <a:lstStyle/>
        <a:p>
          <a:endParaRPr lang="en-US"/>
        </a:p>
      </dgm:t>
    </dgm:pt>
    <dgm:pt modelId="{B7B3DDB5-1110-48A4-8489-B170187A8CFF}" type="sibTrans" cxnId="{A0B4ACC1-A497-4461-96D9-7614132D5F61}">
      <dgm:prSet/>
      <dgm:spPr/>
      <dgm:t>
        <a:bodyPr/>
        <a:lstStyle/>
        <a:p>
          <a:endParaRPr lang="en-US"/>
        </a:p>
      </dgm:t>
    </dgm:pt>
    <dgm:pt modelId="{09173D12-B0E2-4096-93A7-946101082B68}">
      <dgm:prSet/>
      <dgm:spPr/>
      <dgm:t>
        <a:bodyPr/>
        <a:lstStyle/>
        <a:p>
          <a:pPr>
            <a:defRPr cap="all"/>
          </a:pPr>
          <a:r>
            <a:rPr lang="en-US"/>
            <a:t>• Projeto concluído conforme os requisitos da disciplina.</a:t>
          </a:r>
        </a:p>
      </dgm:t>
    </dgm:pt>
    <dgm:pt modelId="{4C36116A-1568-425C-9D69-30999F19F0B2}" type="parTrans" cxnId="{2F6AEC83-8415-4867-8EED-74754E326FF0}">
      <dgm:prSet/>
      <dgm:spPr/>
      <dgm:t>
        <a:bodyPr/>
        <a:lstStyle/>
        <a:p>
          <a:endParaRPr lang="en-US"/>
        </a:p>
      </dgm:t>
    </dgm:pt>
    <dgm:pt modelId="{06AFE9E9-7DFE-4AF7-9079-C2D9D79C8C14}" type="sibTrans" cxnId="{2F6AEC83-8415-4867-8EED-74754E326FF0}">
      <dgm:prSet/>
      <dgm:spPr/>
      <dgm:t>
        <a:bodyPr/>
        <a:lstStyle/>
        <a:p>
          <a:endParaRPr lang="en-US"/>
        </a:p>
      </dgm:t>
    </dgm:pt>
    <dgm:pt modelId="{036F8F08-B595-4B2C-A150-8DF022BDEC08}">
      <dgm:prSet/>
      <dgm:spPr/>
      <dgm:t>
        <a:bodyPr/>
        <a:lstStyle/>
        <a:p>
          <a:pPr>
            <a:defRPr cap="all"/>
          </a:pPr>
          <a:r>
            <a:rPr lang="en-US"/>
            <a:t>Obrigado!</a:t>
          </a:r>
        </a:p>
      </dgm:t>
    </dgm:pt>
    <dgm:pt modelId="{DE21F045-01A4-486E-B86C-018E34C87FAC}" type="parTrans" cxnId="{F7F4368C-A5DF-4DDF-AF67-427A61446EB8}">
      <dgm:prSet/>
      <dgm:spPr/>
      <dgm:t>
        <a:bodyPr/>
        <a:lstStyle/>
        <a:p>
          <a:endParaRPr lang="en-US"/>
        </a:p>
      </dgm:t>
    </dgm:pt>
    <dgm:pt modelId="{56BDCFCC-F39D-49BD-B39C-533DEDF42194}" type="sibTrans" cxnId="{F7F4368C-A5DF-4DDF-AF67-427A61446EB8}">
      <dgm:prSet/>
      <dgm:spPr/>
      <dgm:t>
        <a:bodyPr/>
        <a:lstStyle/>
        <a:p>
          <a:endParaRPr lang="en-US"/>
        </a:p>
      </dgm:t>
    </dgm:pt>
    <dgm:pt modelId="{C2CC25BC-98E8-4EFE-AC72-8823F2613FA3}" type="pres">
      <dgm:prSet presAssocID="{81C456A0-AA27-49E0-92B9-5FCEAB6CB979}" presName="root" presStyleCnt="0">
        <dgm:presLayoutVars>
          <dgm:dir/>
          <dgm:resizeHandles val="exact"/>
        </dgm:presLayoutVars>
      </dgm:prSet>
      <dgm:spPr/>
    </dgm:pt>
    <dgm:pt modelId="{615C1BE6-C6EB-43EE-AB75-CAC1F05E5CBC}" type="pres">
      <dgm:prSet presAssocID="{13C82800-7131-40E5-8BD0-A18DAE6F1291}" presName="compNode" presStyleCnt="0"/>
      <dgm:spPr/>
    </dgm:pt>
    <dgm:pt modelId="{7AEF208B-2E48-4B9A-8240-E5B5C98FEADE}" type="pres">
      <dgm:prSet presAssocID="{13C82800-7131-40E5-8BD0-A18DAE6F1291}" presName="iconBgRect" presStyleLbl="bgShp" presStyleIdx="0" presStyleCnt="6"/>
      <dgm:spPr/>
    </dgm:pt>
    <dgm:pt modelId="{7A29878A-3A74-4D07-9F28-48825A6BFFDD}" type="pres">
      <dgm:prSet presAssocID="{13C82800-7131-40E5-8BD0-A18DAE6F129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850475FA-2B17-43AC-BCB9-F6AB29C279B8}" type="pres">
      <dgm:prSet presAssocID="{13C82800-7131-40E5-8BD0-A18DAE6F1291}" presName="spaceRect" presStyleCnt="0"/>
      <dgm:spPr/>
    </dgm:pt>
    <dgm:pt modelId="{4AD3ADBA-4B64-44E8-A826-EEA7C0CA57C8}" type="pres">
      <dgm:prSet presAssocID="{13C82800-7131-40E5-8BD0-A18DAE6F1291}" presName="textRect" presStyleLbl="revTx" presStyleIdx="0" presStyleCnt="6">
        <dgm:presLayoutVars>
          <dgm:chMax val="1"/>
          <dgm:chPref val="1"/>
        </dgm:presLayoutVars>
      </dgm:prSet>
      <dgm:spPr/>
    </dgm:pt>
    <dgm:pt modelId="{E33A8A9D-D800-4774-BF93-E1E75898D3C7}" type="pres">
      <dgm:prSet presAssocID="{5C4E0F78-C5F9-41E5-AB16-0863E018266B}" presName="sibTrans" presStyleCnt="0"/>
      <dgm:spPr/>
    </dgm:pt>
    <dgm:pt modelId="{BCD6A03F-8C14-4498-B535-BF713D351B50}" type="pres">
      <dgm:prSet presAssocID="{9EF1FE9F-5FEB-490D-9A47-E54B8296E4C9}" presName="compNode" presStyleCnt="0"/>
      <dgm:spPr/>
    </dgm:pt>
    <dgm:pt modelId="{79DA19AA-AE7E-49F8-9835-A3372CC40FBE}" type="pres">
      <dgm:prSet presAssocID="{9EF1FE9F-5FEB-490D-9A47-E54B8296E4C9}" presName="iconBgRect" presStyleLbl="bgShp" presStyleIdx="1" presStyleCnt="6"/>
      <dgm:spPr/>
    </dgm:pt>
    <dgm:pt modelId="{22E192FA-4B69-4D6D-B5A4-0EB1158A845C}" type="pres">
      <dgm:prSet presAssocID="{9EF1FE9F-5FEB-490D-9A47-E54B8296E4C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A5F63CD-5168-47D5-A004-D2417F5F0025}" type="pres">
      <dgm:prSet presAssocID="{9EF1FE9F-5FEB-490D-9A47-E54B8296E4C9}" presName="spaceRect" presStyleCnt="0"/>
      <dgm:spPr/>
    </dgm:pt>
    <dgm:pt modelId="{1C948C43-39F8-438B-8929-950EE2DC7198}" type="pres">
      <dgm:prSet presAssocID="{9EF1FE9F-5FEB-490D-9A47-E54B8296E4C9}" presName="textRect" presStyleLbl="revTx" presStyleIdx="1" presStyleCnt="6">
        <dgm:presLayoutVars>
          <dgm:chMax val="1"/>
          <dgm:chPref val="1"/>
        </dgm:presLayoutVars>
      </dgm:prSet>
      <dgm:spPr/>
    </dgm:pt>
    <dgm:pt modelId="{F9392F94-9DF0-48D5-B6CB-9F26C6130CC3}" type="pres">
      <dgm:prSet presAssocID="{E042D42E-1447-44C2-A979-6F3C8E912F48}" presName="sibTrans" presStyleCnt="0"/>
      <dgm:spPr/>
    </dgm:pt>
    <dgm:pt modelId="{F3F75BB2-9EBA-41A1-BF2A-FA90A165D605}" type="pres">
      <dgm:prSet presAssocID="{CDA08B83-0E02-4CC3-98D0-073DD267C85D}" presName="compNode" presStyleCnt="0"/>
      <dgm:spPr/>
    </dgm:pt>
    <dgm:pt modelId="{13399015-8D45-43AD-B931-B8FECDD15C73}" type="pres">
      <dgm:prSet presAssocID="{CDA08B83-0E02-4CC3-98D0-073DD267C85D}" presName="iconBgRect" presStyleLbl="bgShp" presStyleIdx="2" presStyleCnt="6"/>
      <dgm:spPr/>
    </dgm:pt>
    <dgm:pt modelId="{901322AE-CB88-4383-9B30-BB5D068EA8D9}" type="pres">
      <dgm:prSet presAssocID="{CDA08B83-0E02-4CC3-98D0-073DD267C85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C1DC1409-5557-4213-A81D-AC4522ECDB6D}" type="pres">
      <dgm:prSet presAssocID="{CDA08B83-0E02-4CC3-98D0-073DD267C85D}" presName="spaceRect" presStyleCnt="0"/>
      <dgm:spPr/>
    </dgm:pt>
    <dgm:pt modelId="{0AC7FB97-44A0-4C39-882D-74635F6F076C}" type="pres">
      <dgm:prSet presAssocID="{CDA08B83-0E02-4CC3-98D0-073DD267C85D}" presName="textRect" presStyleLbl="revTx" presStyleIdx="2" presStyleCnt="6">
        <dgm:presLayoutVars>
          <dgm:chMax val="1"/>
          <dgm:chPref val="1"/>
        </dgm:presLayoutVars>
      </dgm:prSet>
      <dgm:spPr/>
    </dgm:pt>
    <dgm:pt modelId="{83178803-0A43-46A9-B65E-1D630158C584}" type="pres">
      <dgm:prSet presAssocID="{C1E2FFFF-0199-4E7F-B78F-22FC2562AE5B}" presName="sibTrans" presStyleCnt="0"/>
      <dgm:spPr/>
    </dgm:pt>
    <dgm:pt modelId="{824711B1-7758-4A59-B3EE-7DF40FAF4E81}" type="pres">
      <dgm:prSet presAssocID="{8D0A76C8-F9BD-4C25-B46F-4A3A4D5061E2}" presName="compNode" presStyleCnt="0"/>
      <dgm:spPr/>
    </dgm:pt>
    <dgm:pt modelId="{6475C87E-78E0-4011-80CC-E22919945703}" type="pres">
      <dgm:prSet presAssocID="{8D0A76C8-F9BD-4C25-B46F-4A3A4D5061E2}" presName="iconBgRect" presStyleLbl="bgShp" presStyleIdx="3" presStyleCnt="6"/>
      <dgm:spPr/>
    </dgm:pt>
    <dgm:pt modelId="{729A70D2-75CE-4E7F-AC9C-F528E49BB1A3}" type="pres">
      <dgm:prSet presAssocID="{8D0A76C8-F9BD-4C25-B46F-4A3A4D5061E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4845E454-CFA8-420D-AF27-3F38337C8CE2}" type="pres">
      <dgm:prSet presAssocID="{8D0A76C8-F9BD-4C25-B46F-4A3A4D5061E2}" presName="spaceRect" presStyleCnt="0"/>
      <dgm:spPr/>
    </dgm:pt>
    <dgm:pt modelId="{34E4396D-AC1F-421A-ABCA-007D59AB70DA}" type="pres">
      <dgm:prSet presAssocID="{8D0A76C8-F9BD-4C25-B46F-4A3A4D5061E2}" presName="textRect" presStyleLbl="revTx" presStyleIdx="3" presStyleCnt="6">
        <dgm:presLayoutVars>
          <dgm:chMax val="1"/>
          <dgm:chPref val="1"/>
        </dgm:presLayoutVars>
      </dgm:prSet>
      <dgm:spPr/>
    </dgm:pt>
    <dgm:pt modelId="{B18B1B76-6D82-4543-A3E1-4CF6F64A2655}" type="pres">
      <dgm:prSet presAssocID="{B7B3DDB5-1110-48A4-8489-B170187A8CFF}" presName="sibTrans" presStyleCnt="0"/>
      <dgm:spPr/>
    </dgm:pt>
    <dgm:pt modelId="{467B614D-D089-403A-BAEC-169F7879D8A4}" type="pres">
      <dgm:prSet presAssocID="{09173D12-B0E2-4096-93A7-946101082B68}" presName="compNode" presStyleCnt="0"/>
      <dgm:spPr/>
    </dgm:pt>
    <dgm:pt modelId="{F7A1EA49-1388-48C0-A80C-69487EBF3D26}" type="pres">
      <dgm:prSet presAssocID="{09173D12-B0E2-4096-93A7-946101082B68}" presName="iconBgRect" presStyleLbl="bgShp" presStyleIdx="4" presStyleCnt="6"/>
      <dgm:spPr/>
    </dgm:pt>
    <dgm:pt modelId="{3A58C64B-8525-4096-8443-4B3957503435}" type="pres">
      <dgm:prSet presAssocID="{09173D12-B0E2-4096-93A7-946101082B6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466F16BA-E545-4A45-A3D0-B8102AFC173F}" type="pres">
      <dgm:prSet presAssocID="{09173D12-B0E2-4096-93A7-946101082B68}" presName="spaceRect" presStyleCnt="0"/>
      <dgm:spPr/>
    </dgm:pt>
    <dgm:pt modelId="{5FB40711-4E79-44DA-A20A-F21AEBBF1961}" type="pres">
      <dgm:prSet presAssocID="{09173D12-B0E2-4096-93A7-946101082B68}" presName="textRect" presStyleLbl="revTx" presStyleIdx="4" presStyleCnt="6">
        <dgm:presLayoutVars>
          <dgm:chMax val="1"/>
          <dgm:chPref val="1"/>
        </dgm:presLayoutVars>
      </dgm:prSet>
      <dgm:spPr/>
    </dgm:pt>
    <dgm:pt modelId="{4D09BB40-CBA6-452E-893E-FE7299BD2882}" type="pres">
      <dgm:prSet presAssocID="{06AFE9E9-7DFE-4AF7-9079-C2D9D79C8C14}" presName="sibTrans" presStyleCnt="0"/>
      <dgm:spPr/>
    </dgm:pt>
    <dgm:pt modelId="{E6C572A6-DE22-4128-AB8B-E195788AE569}" type="pres">
      <dgm:prSet presAssocID="{036F8F08-B595-4B2C-A150-8DF022BDEC08}" presName="compNode" presStyleCnt="0"/>
      <dgm:spPr/>
    </dgm:pt>
    <dgm:pt modelId="{230CA733-9F5D-4AF9-B4D5-1D17BABC3233}" type="pres">
      <dgm:prSet presAssocID="{036F8F08-B595-4B2C-A150-8DF022BDEC08}" presName="iconBgRect" presStyleLbl="bgShp" presStyleIdx="5" presStyleCnt="6"/>
      <dgm:spPr/>
    </dgm:pt>
    <dgm:pt modelId="{1583D7AC-C75A-4CA1-B63B-33297E3B8BA1}" type="pres">
      <dgm:prSet presAssocID="{036F8F08-B595-4B2C-A150-8DF022BDEC0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A42804D6-7BA4-4EAF-BBD8-33EF1E89A360}" type="pres">
      <dgm:prSet presAssocID="{036F8F08-B595-4B2C-A150-8DF022BDEC08}" presName="spaceRect" presStyleCnt="0"/>
      <dgm:spPr/>
    </dgm:pt>
    <dgm:pt modelId="{33326376-27FF-4EF6-9FC1-B5DB85C3EBA6}" type="pres">
      <dgm:prSet presAssocID="{036F8F08-B595-4B2C-A150-8DF022BDEC0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0F5681E-E488-47E3-A51D-AA02A5F55AD2}" srcId="{81C456A0-AA27-49E0-92B9-5FCEAB6CB979}" destId="{9EF1FE9F-5FEB-490D-9A47-E54B8296E4C9}" srcOrd="1" destOrd="0" parTransId="{35AA1767-8235-4F99-8E8D-1FBAF65ED0B8}" sibTransId="{E042D42E-1447-44C2-A979-6F3C8E912F48}"/>
    <dgm:cxn modelId="{7173A43B-6A4E-49EB-B0AA-CA63E4FAAA0E}" type="presOf" srcId="{9EF1FE9F-5FEB-490D-9A47-E54B8296E4C9}" destId="{1C948C43-39F8-438B-8929-950EE2DC7198}" srcOrd="0" destOrd="0" presId="urn:microsoft.com/office/officeart/2018/5/layout/IconCircleLabelList"/>
    <dgm:cxn modelId="{F99B6142-6781-4CA7-AA8C-F55791CF8973}" type="presOf" srcId="{09173D12-B0E2-4096-93A7-946101082B68}" destId="{5FB40711-4E79-44DA-A20A-F21AEBBF1961}" srcOrd="0" destOrd="0" presId="urn:microsoft.com/office/officeart/2018/5/layout/IconCircleLabelList"/>
    <dgm:cxn modelId="{4768ED65-8659-4AF6-837A-F2525F5084BA}" srcId="{81C456A0-AA27-49E0-92B9-5FCEAB6CB979}" destId="{13C82800-7131-40E5-8BD0-A18DAE6F1291}" srcOrd="0" destOrd="0" parTransId="{7000232B-DB29-4382-852F-26CD18622E98}" sibTransId="{5C4E0F78-C5F9-41E5-AB16-0863E018266B}"/>
    <dgm:cxn modelId="{0558B368-E7CE-4A0F-A91E-FC679615E40F}" srcId="{81C456A0-AA27-49E0-92B9-5FCEAB6CB979}" destId="{CDA08B83-0E02-4CC3-98D0-073DD267C85D}" srcOrd="2" destOrd="0" parTransId="{6EAC9361-FAC3-4BF8-94A2-AD94560E6887}" sibTransId="{C1E2FFFF-0199-4E7F-B78F-22FC2562AE5B}"/>
    <dgm:cxn modelId="{386DCC69-C36B-412E-B3F8-ED100480B47D}" type="presOf" srcId="{8D0A76C8-F9BD-4C25-B46F-4A3A4D5061E2}" destId="{34E4396D-AC1F-421A-ABCA-007D59AB70DA}" srcOrd="0" destOrd="0" presId="urn:microsoft.com/office/officeart/2018/5/layout/IconCircleLabelList"/>
    <dgm:cxn modelId="{ABC8677A-6F2B-4726-9275-E973C3565C9B}" type="presOf" srcId="{81C456A0-AA27-49E0-92B9-5FCEAB6CB979}" destId="{C2CC25BC-98E8-4EFE-AC72-8823F2613FA3}" srcOrd="0" destOrd="0" presId="urn:microsoft.com/office/officeart/2018/5/layout/IconCircleLabelList"/>
    <dgm:cxn modelId="{2F6AEC83-8415-4867-8EED-74754E326FF0}" srcId="{81C456A0-AA27-49E0-92B9-5FCEAB6CB979}" destId="{09173D12-B0E2-4096-93A7-946101082B68}" srcOrd="4" destOrd="0" parTransId="{4C36116A-1568-425C-9D69-30999F19F0B2}" sibTransId="{06AFE9E9-7DFE-4AF7-9079-C2D9D79C8C14}"/>
    <dgm:cxn modelId="{F7F4368C-A5DF-4DDF-AF67-427A61446EB8}" srcId="{81C456A0-AA27-49E0-92B9-5FCEAB6CB979}" destId="{036F8F08-B595-4B2C-A150-8DF022BDEC08}" srcOrd="5" destOrd="0" parTransId="{DE21F045-01A4-486E-B86C-018E34C87FAC}" sibTransId="{56BDCFCC-F39D-49BD-B39C-533DEDF42194}"/>
    <dgm:cxn modelId="{A0B4ACC1-A497-4461-96D9-7614132D5F61}" srcId="{81C456A0-AA27-49E0-92B9-5FCEAB6CB979}" destId="{8D0A76C8-F9BD-4C25-B46F-4A3A4D5061E2}" srcOrd="3" destOrd="0" parTransId="{1E230AE3-547A-4B2B-A116-0F8E990CF073}" sibTransId="{B7B3DDB5-1110-48A4-8489-B170187A8CFF}"/>
    <dgm:cxn modelId="{8A4487D1-4E50-4B2E-9F7E-D46D81782D75}" type="presOf" srcId="{13C82800-7131-40E5-8BD0-A18DAE6F1291}" destId="{4AD3ADBA-4B64-44E8-A826-EEA7C0CA57C8}" srcOrd="0" destOrd="0" presId="urn:microsoft.com/office/officeart/2018/5/layout/IconCircleLabelList"/>
    <dgm:cxn modelId="{E20AAFD5-33C3-4221-9E12-760ED4A5EE49}" type="presOf" srcId="{036F8F08-B595-4B2C-A150-8DF022BDEC08}" destId="{33326376-27FF-4EF6-9FC1-B5DB85C3EBA6}" srcOrd="0" destOrd="0" presId="urn:microsoft.com/office/officeart/2018/5/layout/IconCircleLabelList"/>
    <dgm:cxn modelId="{C5DB32E7-A826-450D-8AA6-A1A0949E6F6D}" type="presOf" srcId="{CDA08B83-0E02-4CC3-98D0-073DD267C85D}" destId="{0AC7FB97-44A0-4C39-882D-74635F6F076C}" srcOrd="0" destOrd="0" presId="urn:microsoft.com/office/officeart/2018/5/layout/IconCircleLabelList"/>
    <dgm:cxn modelId="{430DD73A-886B-4D2A-A158-E4FA6559922D}" type="presParOf" srcId="{C2CC25BC-98E8-4EFE-AC72-8823F2613FA3}" destId="{615C1BE6-C6EB-43EE-AB75-CAC1F05E5CBC}" srcOrd="0" destOrd="0" presId="urn:microsoft.com/office/officeart/2018/5/layout/IconCircleLabelList"/>
    <dgm:cxn modelId="{626765D5-CCD9-45A4-9F70-523C4F70F640}" type="presParOf" srcId="{615C1BE6-C6EB-43EE-AB75-CAC1F05E5CBC}" destId="{7AEF208B-2E48-4B9A-8240-E5B5C98FEADE}" srcOrd="0" destOrd="0" presId="urn:microsoft.com/office/officeart/2018/5/layout/IconCircleLabelList"/>
    <dgm:cxn modelId="{F0B8241B-C73F-4DF6-99FD-A09AED064081}" type="presParOf" srcId="{615C1BE6-C6EB-43EE-AB75-CAC1F05E5CBC}" destId="{7A29878A-3A74-4D07-9F28-48825A6BFFDD}" srcOrd="1" destOrd="0" presId="urn:microsoft.com/office/officeart/2018/5/layout/IconCircleLabelList"/>
    <dgm:cxn modelId="{863E54A2-9525-43B7-8B8A-7EA6D26BC9CC}" type="presParOf" srcId="{615C1BE6-C6EB-43EE-AB75-CAC1F05E5CBC}" destId="{850475FA-2B17-43AC-BCB9-F6AB29C279B8}" srcOrd="2" destOrd="0" presId="urn:microsoft.com/office/officeart/2018/5/layout/IconCircleLabelList"/>
    <dgm:cxn modelId="{DB01F04B-4F9F-4409-A694-14ABC6FBFB13}" type="presParOf" srcId="{615C1BE6-C6EB-43EE-AB75-CAC1F05E5CBC}" destId="{4AD3ADBA-4B64-44E8-A826-EEA7C0CA57C8}" srcOrd="3" destOrd="0" presId="urn:microsoft.com/office/officeart/2018/5/layout/IconCircleLabelList"/>
    <dgm:cxn modelId="{378A16F1-95CE-43E7-8818-708D3B205895}" type="presParOf" srcId="{C2CC25BC-98E8-4EFE-AC72-8823F2613FA3}" destId="{E33A8A9D-D800-4774-BF93-E1E75898D3C7}" srcOrd="1" destOrd="0" presId="urn:microsoft.com/office/officeart/2018/5/layout/IconCircleLabelList"/>
    <dgm:cxn modelId="{57CA0D23-62C5-4E72-BB02-DF13AD3A9A1B}" type="presParOf" srcId="{C2CC25BC-98E8-4EFE-AC72-8823F2613FA3}" destId="{BCD6A03F-8C14-4498-B535-BF713D351B50}" srcOrd="2" destOrd="0" presId="urn:microsoft.com/office/officeart/2018/5/layout/IconCircleLabelList"/>
    <dgm:cxn modelId="{D2D2A2A0-0FEC-4AD5-9CCB-827D9C7DA788}" type="presParOf" srcId="{BCD6A03F-8C14-4498-B535-BF713D351B50}" destId="{79DA19AA-AE7E-49F8-9835-A3372CC40FBE}" srcOrd="0" destOrd="0" presId="urn:microsoft.com/office/officeart/2018/5/layout/IconCircleLabelList"/>
    <dgm:cxn modelId="{CCAF0D77-B22B-495D-A6E5-5F88091F9B44}" type="presParOf" srcId="{BCD6A03F-8C14-4498-B535-BF713D351B50}" destId="{22E192FA-4B69-4D6D-B5A4-0EB1158A845C}" srcOrd="1" destOrd="0" presId="urn:microsoft.com/office/officeart/2018/5/layout/IconCircleLabelList"/>
    <dgm:cxn modelId="{948A09FA-06C4-438E-B8A8-1310C0B19513}" type="presParOf" srcId="{BCD6A03F-8C14-4498-B535-BF713D351B50}" destId="{2A5F63CD-5168-47D5-A004-D2417F5F0025}" srcOrd="2" destOrd="0" presId="urn:microsoft.com/office/officeart/2018/5/layout/IconCircleLabelList"/>
    <dgm:cxn modelId="{D4EFD5A3-43FD-4A2D-B470-76EED8AB3114}" type="presParOf" srcId="{BCD6A03F-8C14-4498-B535-BF713D351B50}" destId="{1C948C43-39F8-438B-8929-950EE2DC7198}" srcOrd="3" destOrd="0" presId="urn:microsoft.com/office/officeart/2018/5/layout/IconCircleLabelList"/>
    <dgm:cxn modelId="{5294E304-2F49-4949-8C9E-8A9D641225F5}" type="presParOf" srcId="{C2CC25BC-98E8-4EFE-AC72-8823F2613FA3}" destId="{F9392F94-9DF0-48D5-B6CB-9F26C6130CC3}" srcOrd="3" destOrd="0" presId="urn:microsoft.com/office/officeart/2018/5/layout/IconCircleLabelList"/>
    <dgm:cxn modelId="{47D1F731-2272-4276-9465-CFDE1F0970FC}" type="presParOf" srcId="{C2CC25BC-98E8-4EFE-AC72-8823F2613FA3}" destId="{F3F75BB2-9EBA-41A1-BF2A-FA90A165D605}" srcOrd="4" destOrd="0" presId="urn:microsoft.com/office/officeart/2018/5/layout/IconCircleLabelList"/>
    <dgm:cxn modelId="{F4794E9B-04E0-465C-9EF6-721F1BC9A89B}" type="presParOf" srcId="{F3F75BB2-9EBA-41A1-BF2A-FA90A165D605}" destId="{13399015-8D45-43AD-B931-B8FECDD15C73}" srcOrd="0" destOrd="0" presId="urn:microsoft.com/office/officeart/2018/5/layout/IconCircleLabelList"/>
    <dgm:cxn modelId="{FF8F08F7-7F35-44ED-9105-D2FED6A77588}" type="presParOf" srcId="{F3F75BB2-9EBA-41A1-BF2A-FA90A165D605}" destId="{901322AE-CB88-4383-9B30-BB5D068EA8D9}" srcOrd="1" destOrd="0" presId="urn:microsoft.com/office/officeart/2018/5/layout/IconCircleLabelList"/>
    <dgm:cxn modelId="{EAC817F6-E902-4E1B-A910-1D2D233E1AA0}" type="presParOf" srcId="{F3F75BB2-9EBA-41A1-BF2A-FA90A165D605}" destId="{C1DC1409-5557-4213-A81D-AC4522ECDB6D}" srcOrd="2" destOrd="0" presId="urn:microsoft.com/office/officeart/2018/5/layout/IconCircleLabelList"/>
    <dgm:cxn modelId="{1F406BD9-D1D7-401F-80E7-452B703E66F6}" type="presParOf" srcId="{F3F75BB2-9EBA-41A1-BF2A-FA90A165D605}" destId="{0AC7FB97-44A0-4C39-882D-74635F6F076C}" srcOrd="3" destOrd="0" presId="urn:microsoft.com/office/officeart/2018/5/layout/IconCircleLabelList"/>
    <dgm:cxn modelId="{7600EE96-8384-4889-B797-B9819A3058D4}" type="presParOf" srcId="{C2CC25BC-98E8-4EFE-AC72-8823F2613FA3}" destId="{83178803-0A43-46A9-B65E-1D630158C584}" srcOrd="5" destOrd="0" presId="urn:microsoft.com/office/officeart/2018/5/layout/IconCircleLabelList"/>
    <dgm:cxn modelId="{7CA3297B-40E2-46F9-ABFD-77EDFA34BE1B}" type="presParOf" srcId="{C2CC25BC-98E8-4EFE-AC72-8823F2613FA3}" destId="{824711B1-7758-4A59-B3EE-7DF40FAF4E81}" srcOrd="6" destOrd="0" presId="urn:microsoft.com/office/officeart/2018/5/layout/IconCircleLabelList"/>
    <dgm:cxn modelId="{4470118B-38F5-40EC-81D6-7EDEBFDACD4D}" type="presParOf" srcId="{824711B1-7758-4A59-B3EE-7DF40FAF4E81}" destId="{6475C87E-78E0-4011-80CC-E22919945703}" srcOrd="0" destOrd="0" presId="urn:microsoft.com/office/officeart/2018/5/layout/IconCircleLabelList"/>
    <dgm:cxn modelId="{E2DE98E5-BC8C-4506-BB08-E8272B467B82}" type="presParOf" srcId="{824711B1-7758-4A59-B3EE-7DF40FAF4E81}" destId="{729A70D2-75CE-4E7F-AC9C-F528E49BB1A3}" srcOrd="1" destOrd="0" presId="urn:microsoft.com/office/officeart/2018/5/layout/IconCircleLabelList"/>
    <dgm:cxn modelId="{F09F39D4-7FE6-4270-92F9-87F0EB0BFF29}" type="presParOf" srcId="{824711B1-7758-4A59-B3EE-7DF40FAF4E81}" destId="{4845E454-CFA8-420D-AF27-3F38337C8CE2}" srcOrd="2" destOrd="0" presId="urn:microsoft.com/office/officeart/2018/5/layout/IconCircleLabelList"/>
    <dgm:cxn modelId="{0F1EE974-B541-4714-9000-5002B52E105F}" type="presParOf" srcId="{824711B1-7758-4A59-B3EE-7DF40FAF4E81}" destId="{34E4396D-AC1F-421A-ABCA-007D59AB70DA}" srcOrd="3" destOrd="0" presId="urn:microsoft.com/office/officeart/2018/5/layout/IconCircleLabelList"/>
    <dgm:cxn modelId="{FA168A06-5BD6-4B21-A285-DDB2F87123DB}" type="presParOf" srcId="{C2CC25BC-98E8-4EFE-AC72-8823F2613FA3}" destId="{B18B1B76-6D82-4543-A3E1-4CF6F64A2655}" srcOrd="7" destOrd="0" presId="urn:microsoft.com/office/officeart/2018/5/layout/IconCircleLabelList"/>
    <dgm:cxn modelId="{32921C7C-FCFC-4742-888E-9AE9C091EC85}" type="presParOf" srcId="{C2CC25BC-98E8-4EFE-AC72-8823F2613FA3}" destId="{467B614D-D089-403A-BAEC-169F7879D8A4}" srcOrd="8" destOrd="0" presId="urn:microsoft.com/office/officeart/2018/5/layout/IconCircleLabelList"/>
    <dgm:cxn modelId="{4A335FE1-9BAE-4058-BE23-C5BA58459E66}" type="presParOf" srcId="{467B614D-D089-403A-BAEC-169F7879D8A4}" destId="{F7A1EA49-1388-48C0-A80C-69487EBF3D26}" srcOrd="0" destOrd="0" presId="urn:microsoft.com/office/officeart/2018/5/layout/IconCircleLabelList"/>
    <dgm:cxn modelId="{882BB41E-FEF4-4967-AB2A-EA38AF4865EF}" type="presParOf" srcId="{467B614D-D089-403A-BAEC-169F7879D8A4}" destId="{3A58C64B-8525-4096-8443-4B3957503435}" srcOrd="1" destOrd="0" presId="urn:microsoft.com/office/officeart/2018/5/layout/IconCircleLabelList"/>
    <dgm:cxn modelId="{537264A7-D2BF-4E2A-95BB-79A787D21AF0}" type="presParOf" srcId="{467B614D-D089-403A-BAEC-169F7879D8A4}" destId="{466F16BA-E545-4A45-A3D0-B8102AFC173F}" srcOrd="2" destOrd="0" presId="urn:microsoft.com/office/officeart/2018/5/layout/IconCircleLabelList"/>
    <dgm:cxn modelId="{8D0AC3A0-9565-4B3E-B87E-10BEFB1406F9}" type="presParOf" srcId="{467B614D-D089-403A-BAEC-169F7879D8A4}" destId="{5FB40711-4E79-44DA-A20A-F21AEBBF1961}" srcOrd="3" destOrd="0" presId="urn:microsoft.com/office/officeart/2018/5/layout/IconCircleLabelList"/>
    <dgm:cxn modelId="{F7AB9E40-BC45-4DB1-9114-8A42D2C960F9}" type="presParOf" srcId="{C2CC25BC-98E8-4EFE-AC72-8823F2613FA3}" destId="{4D09BB40-CBA6-452E-893E-FE7299BD2882}" srcOrd="9" destOrd="0" presId="urn:microsoft.com/office/officeart/2018/5/layout/IconCircleLabelList"/>
    <dgm:cxn modelId="{6FA05002-4AD1-4BFD-8B9B-0322BECDFC3E}" type="presParOf" srcId="{C2CC25BC-98E8-4EFE-AC72-8823F2613FA3}" destId="{E6C572A6-DE22-4128-AB8B-E195788AE569}" srcOrd="10" destOrd="0" presId="urn:microsoft.com/office/officeart/2018/5/layout/IconCircleLabelList"/>
    <dgm:cxn modelId="{1B6C193B-28B5-46EF-BDF6-4127A79F2F0C}" type="presParOf" srcId="{E6C572A6-DE22-4128-AB8B-E195788AE569}" destId="{230CA733-9F5D-4AF9-B4D5-1D17BABC3233}" srcOrd="0" destOrd="0" presId="urn:microsoft.com/office/officeart/2018/5/layout/IconCircleLabelList"/>
    <dgm:cxn modelId="{AF763BF7-1CAA-4546-866E-CF39061113E7}" type="presParOf" srcId="{E6C572A6-DE22-4128-AB8B-E195788AE569}" destId="{1583D7AC-C75A-4CA1-B63B-33297E3B8BA1}" srcOrd="1" destOrd="0" presId="urn:microsoft.com/office/officeart/2018/5/layout/IconCircleLabelList"/>
    <dgm:cxn modelId="{E8BB930B-D745-431E-8DC2-8DAC0CABDBB7}" type="presParOf" srcId="{E6C572A6-DE22-4128-AB8B-E195788AE569}" destId="{A42804D6-7BA4-4EAF-BBD8-33EF1E89A360}" srcOrd="2" destOrd="0" presId="urn:microsoft.com/office/officeart/2018/5/layout/IconCircleLabelList"/>
    <dgm:cxn modelId="{705B4308-2963-4908-9771-B5B3AB450368}" type="presParOf" srcId="{E6C572A6-DE22-4128-AB8B-E195788AE569}" destId="{33326376-27FF-4EF6-9FC1-B5DB85C3EBA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ABA80-74B8-4DB5-AAD6-70CEEE2E9710}">
      <dsp:nvSpPr>
        <dsp:cNvPr id="0" name=""/>
        <dsp:cNvSpPr/>
      </dsp:nvSpPr>
      <dsp:spPr>
        <a:xfrm>
          <a:off x="0" y="148153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A0F10-381B-451D-9AD7-9E8E9DCA4054}">
      <dsp:nvSpPr>
        <dsp:cNvPr id="0" name=""/>
        <dsp:cNvSpPr/>
      </dsp:nvSpPr>
      <dsp:spPr>
        <a:xfrm>
          <a:off x="333341" y="1230619"/>
          <a:ext cx="4666783" cy="501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Análise de Dados Meteorológicos com Power BI</a:t>
          </a:r>
        </a:p>
      </dsp:txBody>
      <dsp:txXfrm>
        <a:off x="357839" y="1255117"/>
        <a:ext cx="4617787" cy="452844"/>
      </dsp:txXfrm>
    </dsp:sp>
    <dsp:sp modelId="{8D83AC32-CC02-4A48-B1AE-A38BDFB3C520}">
      <dsp:nvSpPr>
        <dsp:cNvPr id="0" name=""/>
        <dsp:cNvSpPr/>
      </dsp:nvSpPr>
      <dsp:spPr>
        <a:xfrm>
          <a:off x="0" y="225265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/>
        </a:p>
      </dsp:txBody>
      <dsp:txXfrm>
        <a:off x="0" y="2252659"/>
        <a:ext cx="6666833" cy="428400"/>
      </dsp:txXfrm>
    </dsp:sp>
    <dsp:sp modelId="{52D331FB-4705-4863-A236-FBCE0566D0BA}">
      <dsp:nvSpPr>
        <dsp:cNvPr id="0" name=""/>
        <dsp:cNvSpPr/>
      </dsp:nvSpPr>
      <dsp:spPr>
        <a:xfrm>
          <a:off x="333341" y="2001739"/>
          <a:ext cx="4666783" cy="501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Alunos:  </a:t>
          </a:r>
          <a:r>
            <a:rPr lang="en-US" sz="1700" kern="1200" dirty="0"/>
            <a:t>Artur Nemer Xavier Costa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	João Marcelo Campos Fafá </a:t>
          </a:r>
          <a:endParaRPr lang="en-US" sz="1700" kern="1200" dirty="0"/>
        </a:p>
      </dsp:txBody>
      <dsp:txXfrm>
        <a:off x="357839" y="2026237"/>
        <a:ext cx="4617787" cy="452844"/>
      </dsp:txXfrm>
    </dsp:sp>
    <dsp:sp modelId="{14F03ED7-7104-47B3-94C7-A467E6A8D7BC}">
      <dsp:nvSpPr>
        <dsp:cNvPr id="0" name=""/>
        <dsp:cNvSpPr/>
      </dsp:nvSpPr>
      <dsp:spPr>
        <a:xfrm>
          <a:off x="0" y="302377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06B653-D0E7-4D35-BA01-AA75F50D24AC}">
      <dsp:nvSpPr>
        <dsp:cNvPr id="0" name=""/>
        <dsp:cNvSpPr/>
      </dsp:nvSpPr>
      <dsp:spPr>
        <a:xfrm>
          <a:off x="333341" y="2772859"/>
          <a:ext cx="4666783" cy="501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Professor: MsC Pedro H. Mello</a:t>
          </a:r>
        </a:p>
      </dsp:txBody>
      <dsp:txXfrm>
        <a:off x="357839" y="2797357"/>
        <a:ext cx="4617787" cy="452844"/>
      </dsp:txXfrm>
    </dsp:sp>
    <dsp:sp modelId="{9E8F48B6-DA5F-435B-99FF-DFB55A37BF28}">
      <dsp:nvSpPr>
        <dsp:cNvPr id="0" name=""/>
        <dsp:cNvSpPr/>
      </dsp:nvSpPr>
      <dsp:spPr>
        <a:xfrm>
          <a:off x="0" y="3794900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EC99B-E6BE-449D-BE1A-7488B833D38B}">
      <dsp:nvSpPr>
        <dsp:cNvPr id="0" name=""/>
        <dsp:cNvSpPr/>
      </dsp:nvSpPr>
      <dsp:spPr>
        <a:xfrm>
          <a:off x="333341" y="3543980"/>
          <a:ext cx="4666783" cy="501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Centro Universitário de Brasília – CEUB</a:t>
          </a:r>
        </a:p>
      </dsp:txBody>
      <dsp:txXfrm>
        <a:off x="357839" y="3568478"/>
        <a:ext cx="4617787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C35B3-8B5D-47EA-888F-B846F02B595D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• Dados </a:t>
          </a:r>
          <a:r>
            <a:rPr lang="en-US" sz="3200" kern="1200" dirty="0" err="1">
              <a:solidFill>
                <a:schemeClr val="tx1"/>
              </a:solidFill>
            </a:rPr>
            <a:t>meteorológicos</a:t>
          </a:r>
          <a:r>
            <a:rPr lang="en-US" sz="3200" kern="1200" dirty="0">
              <a:solidFill>
                <a:schemeClr val="tx1"/>
              </a:solidFill>
            </a:rPr>
            <a:t> </a:t>
          </a:r>
          <a:r>
            <a:rPr lang="en-US" sz="3200" kern="1200" dirty="0" err="1">
              <a:solidFill>
                <a:schemeClr val="tx1"/>
              </a:solidFill>
            </a:rPr>
            <a:t>distribuídos</a:t>
          </a:r>
          <a:r>
            <a:rPr lang="en-US" sz="3200" kern="1200" dirty="0">
              <a:solidFill>
                <a:schemeClr val="tx1"/>
              </a:solidFill>
            </a:rPr>
            <a:t> </a:t>
          </a:r>
          <a:r>
            <a:rPr lang="en-US" sz="3200" kern="1200" dirty="0" err="1">
              <a:solidFill>
                <a:schemeClr val="tx1"/>
              </a:solidFill>
            </a:rPr>
            <a:t>em</a:t>
          </a:r>
          <a:r>
            <a:rPr lang="en-US" sz="3200" kern="1200" dirty="0">
              <a:solidFill>
                <a:schemeClr val="tx1"/>
              </a:solidFill>
            </a:rPr>
            <a:t> </a:t>
          </a:r>
          <a:r>
            <a:rPr lang="en-US" sz="3200" kern="1200" dirty="0" err="1">
              <a:solidFill>
                <a:schemeClr val="tx1"/>
              </a:solidFill>
            </a:rPr>
            <a:t>centenas</a:t>
          </a:r>
          <a:r>
            <a:rPr lang="en-US" sz="3200" kern="1200" dirty="0">
              <a:solidFill>
                <a:schemeClr val="tx1"/>
              </a:solidFill>
            </a:rPr>
            <a:t> de </a:t>
          </a:r>
          <a:r>
            <a:rPr lang="en-US" sz="3200" kern="1200" dirty="0" err="1">
              <a:solidFill>
                <a:schemeClr val="tx1"/>
              </a:solidFill>
            </a:rPr>
            <a:t>arquivos</a:t>
          </a:r>
          <a:r>
            <a:rPr lang="en-US" sz="3200" kern="1200" dirty="0">
              <a:solidFill>
                <a:schemeClr val="tx1"/>
              </a:solidFill>
            </a:rPr>
            <a:t> CSV.</a:t>
          </a:r>
        </a:p>
      </dsp:txBody>
      <dsp:txXfrm>
        <a:off x="62141" y="104940"/>
        <a:ext cx="6542551" cy="1148678"/>
      </dsp:txXfrm>
    </dsp:sp>
    <dsp:sp modelId="{2A30DF86-BA49-4FFD-82CB-72794C353FEE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• </a:t>
          </a:r>
          <a:r>
            <a:rPr lang="en-US" sz="3200" kern="1200" dirty="0" err="1">
              <a:solidFill>
                <a:schemeClr val="tx1"/>
              </a:solidFill>
            </a:rPr>
            <a:t>Dificuldade</a:t>
          </a:r>
          <a:r>
            <a:rPr lang="en-US" sz="3200" kern="1200" dirty="0">
              <a:solidFill>
                <a:schemeClr val="tx1"/>
              </a:solidFill>
            </a:rPr>
            <a:t> para </a:t>
          </a:r>
          <a:r>
            <a:rPr lang="en-US" sz="3200" kern="1200" dirty="0" err="1">
              <a:solidFill>
                <a:schemeClr val="tx1"/>
              </a:solidFill>
            </a:rPr>
            <a:t>análises</a:t>
          </a:r>
          <a:r>
            <a:rPr lang="en-US" sz="3200" kern="1200" dirty="0">
              <a:solidFill>
                <a:schemeClr val="tx1"/>
              </a:solidFill>
            </a:rPr>
            <a:t> </a:t>
          </a:r>
          <a:r>
            <a:rPr lang="en-US" sz="3200" kern="1200" dirty="0" err="1">
              <a:solidFill>
                <a:schemeClr val="tx1"/>
              </a:solidFill>
            </a:rPr>
            <a:t>consolidadas</a:t>
          </a:r>
          <a:r>
            <a:rPr lang="en-US" sz="3200" kern="1200" dirty="0">
              <a:solidFill>
                <a:schemeClr val="tx1"/>
              </a:solidFill>
            </a:rPr>
            <a:t>.</a:t>
          </a:r>
        </a:p>
      </dsp:txBody>
      <dsp:txXfrm>
        <a:off x="62141" y="1470060"/>
        <a:ext cx="6542551" cy="1148678"/>
      </dsp:txXfrm>
    </dsp:sp>
    <dsp:sp modelId="{9E023D8F-CF05-4581-BA58-56F5575E7292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• </a:t>
          </a:r>
          <a:r>
            <a:rPr lang="en-US" sz="3200" kern="1200" dirty="0" err="1">
              <a:solidFill>
                <a:schemeClr val="tx1"/>
              </a:solidFill>
            </a:rPr>
            <a:t>Necessidade</a:t>
          </a:r>
          <a:r>
            <a:rPr lang="en-US" sz="3200" kern="1200" dirty="0">
              <a:solidFill>
                <a:schemeClr val="tx1"/>
              </a:solidFill>
            </a:rPr>
            <a:t> de um </a:t>
          </a:r>
          <a:r>
            <a:rPr lang="en-US" sz="3200" kern="1200" dirty="0" err="1">
              <a:solidFill>
                <a:schemeClr val="tx1"/>
              </a:solidFill>
            </a:rPr>
            <a:t>ambiente</a:t>
          </a:r>
          <a:r>
            <a:rPr lang="en-US" sz="3200" kern="1200" dirty="0">
              <a:solidFill>
                <a:schemeClr val="tx1"/>
              </a:solidFill>
            </a:rPr>
            <a:t> </a:t>
          </a:r>
          <a:r>
            <a:rPr lang="en-US" sz="3200" kern="1200" dirty="0" err="1">
              <a:solidFill>
                <a:schemeClr val="tx1"/>
              </a:solidFill>
            </a:rPr>
            <a:t>analítico</a:t>
          </a:r>
          <a:r>
            <a:rPr lang="en-US" sz="3200" kern="1200" dirty="0">
              <a:solidFill>
                <a:schemeClr val="tx1"/>
              </a:solidFill>
            </a:rPr>
            <a:t> para </a:t>
          </a:r>
          <a:r>
            <a:rPr lang="en-US" sz="3200" kern="1200" dirty="0" err="1">
              <a:solidFill>
                <a:schemeClr val="tx1"/>
              </a:solidFill>
            </a:rPr>
            <a:t>apoio</a:t>
          </a:r>
          <a:r>
            <a:rPr lang="en-US" sz="3200" kern="1200" dirty="0">
              <a:solidFill>
                <a:schemeClr val="tx1"/>
              </a:solidFill>
            </a:rPr>
            <a:t> à </a:t>
          </a:r>
          <a:r>
            <a:rPr lang="en-US" sz="3200" kern="1200" dirty="0" err="1">
              <a:solidFill>
                <a:schemeClr val="tx1"/>
              </a:solidFill>
            </a:rPr>
            <a:t>decisão</a:t>
          </a:r>
          <a:r>
            <a:rPr lang="en-US" sz="3200" kern="1200" dirty="0">
              <a:solidFill>
                <a:schemeClr val="tx1"/>
              </a:solidFill>
            </a:rPr>
            <a:t>.</a:t>
          </a:r>
        </a:p>
      </dsp:txBody>
      <dsp:txXfrm>
        <a:off x="62141" y="2835181"/>
        <a:ext cx="6542551" cy="1148678"/>
      </dsp:txXfrm>
    </dsp:sp>
    <dsp:sp modelId="{E7BDB3D0-D1F0-4E3F-A78B-56D67E428A81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• </a:t>
          </a:r>
          <a:r>
            <a:rPr lang="en-US" sz="3200" kern="1200" dirty="0" err="1">
              <a:solidFill>
                <a:schemeClr val="tx1"/>
              </a:solidFill>
            </a:rPr>
            <a:t>Solução</a:t>
          </a:r>
          <a:r>
            <a:rPr lang="en-US" sz="3200" kern="1200" dirty="0">
              <a:solidFill>
                <a:schemeClr val="tx1"/>
              </a:solidFill>
            </a:rPr>
            <a:t>: ETL + Data Warehouse + Power BI.</a:t>
          </a:r>
        </a:p>
      </dsp:txBody>
      <dsp:txXfrm>
        <a:off x="62141" y="4200301"/>
        <a:ext cx="6542551" cy="11486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25804-3B5D-4E6B-A411-132372E97386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Temperatura Média</a:t>
          </a:r>
        </a:p>
      </dsp:txBody>
      <dsp:txXfrm>
        <a:off x="3201" y="445489"/>
        <a:ext cx="2539866" cy="1523919"/>
      </dsp:txXfrm>
    </dsp:sp>
    <dsp:sp modelId="{D13FCE92-7FE6-4EA1-93E7-9CBEB9E80EEE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Temperatura Máxima e Mínima</a:t>
          </a:r>
        </a:p>
      </dsp:txBody>
      <dsp:txXfrm>
        <a:off x="2797054" y="445489"/>
        <a:ext cx="2539866" cy="1523919"/>
      </dsp:txXfrm>
    </dsp:sp>
    <dsp:sp modelId="{1E3A6E14-BB5E-406F-8F5F-E665069DC408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Precipitação Total</a:t>
          </a:r>
        </a:p>
      </dsp:txBody>
      <dsp:txXfrm>
        <a:off x="5590907" y="445489"/>
        <a:ext cx="2539866" cy="1523919"/>
      </dsp:txXfrm>
    </dsp:sp>
    <dsp:sp modelId="{321CFFFF-1329-4A3E-810E-CA253848A0B3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Umidade Média</a:t>
          </a:r>
        </a:p>
      </dsp:txBody>
      <dsp:txXfrm>
        <a:off x="8384760" y="445489"/>
        <a:ext cx="2539866" cy="1523919"/>
      </dsp:txXfrm>
    </dsp:sp>
    <dsp:sp modelId="{8EDE00D7-2E78-4F2F-9771-863428489284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Pressão Média</a:t>
          </a:r>
        </a:p>
      </dsp:txBody>
      <dsp:txXfrm>
        <a:off x="3201" y="2223395"/>
        <a:ext cx="2539866" cy="1523919"/>
      </dsp:txXfrm>
    </dsp:sp>
    <dsp:sp modelId="{EB5421BC-0FA4-44D6-B9F2-4B0FEC64C4A1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Velocidade Média do Vento</a:t>
          </a:r>
        </a:p>
      </dsp:txBody>
      <dsp:txXfrm>
        <a:off x="2797054" y="2223395"/>
        <a:ext cx="2539866" cy="1523919"/>
      </dsp:txXfrm>
    </dsp:sp>
    <dsp:sp modelId="{27F4BF30-39F7-4D81-AAD4-65F35CF21999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Dias com Chuva</a:t>
          </a:r>
        </a:p>
      </dsp:txBody>
      <dsp:txXfrm>
        <a:off x="5590907" y="2223395"/>
        <a:ext cx="2539866" cy="1523919"/>
      </dsp:txXfrm>
    </dsp:sp>
    <dsp:sp modelId="{20266039-0FE9-42BF-9FCD-F62DD80D8187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Amplitude Térmica</a:t>
          </a:r>
        </a:p>
      </dsp:txBody>
      <dsp:txXfrm>
        <a:off x="8384760" y="2223395"/>
        <a:ext cx="2539866" cy="15239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EF208B-2E48-4B9A-8240-E5B5C98FEADE}">
      <dsp:nvSpPr>
        <dsp:cNvPr id="0" name=""/>
        <dsp:cNvSpPr/>
      </dsp:nvSpPr>
      <dsp:spPr>
        <a:xfrm>
          <a:off x="311379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29878A-3A74-4D07-9F28-48825A6BFFDD}">
      <dsp:nvSpPr>
        <dsp:cNvPr id="0" name=""/>
        <dsp:cNvSpPr/>
      </dsp:nvSpPr>
      <dsp:spPr>
        <a:xfrm>
          <a:off x="517957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3ADBA-4B64-44E8-A826-EEA7C0CA57C8}">
      <dsp:nvSpPr>
        <dsp:cNvPr id="0" name=""/>
        <dsp:cNvSpPr/>
      </dsp:nvSpPr>
      <dsp:spPr>
        <a:xfrm>
          <a:off x="1512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ETL desenvolvido no Power Query.</a:t>
          </a:r>
        </a:p>
      </dsp:txBody>
      <dsp:txXfrm>
        <a:off x="1512" y="2414215"/>
        <a:ext cx="1589062" cy="635625"/>
      </dsp:txXfrm>
    </dsp:sp>
    <dsp:sp modelId="{79DA19AA-AE7E-49F8-9835-A3372CC40FBE}">
      <dsp:nvSpPr>
        <dsp:cNvPr id="0" name=""/>
        <dsp:cNvSpPr/>
      </dsp:nvSpPr>
      <dsp:spPr>
        <a:xfrm>
          <a:off x="2178527" y="1142964"/>
          <a:ext cx="969328" cy="969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192FA-4B69-4D6D-B5A4-0EB1158A845C}">
      <dsp:nvSpPr>
        <dsp:cNvPr id="0" name=""/>
        <dsp:cNvSpPr/>
      </dsp:nvSpPr>
      <dsp:spPr>
        <a:xfrm>
          <a:off x="2385105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948C43-39F8-438B-8929-950EE2DC7198}">
      <dsp:nvSpPr>
        <dsp:cNvPr id="0" name=""/>
        <dsp:cNvSpPr/>
      </dsp:nvSpPr>
      <dsp:spPr>
        <a:xfrm>
          <a:off x="1868660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Modelo Star Schema implementado.</a:t>
          </a:r>
        </a:p>
      </dsp:txBody>
      <dsp:txXfrm>
        <a:off x="1868660" y="2414215"/>
        <a:ext cx="1589062" cy="635625"/>
      </dsp:txXfrm>
    </dsp:sp>
    <dsp:sp modelId="{13399015-8D45-43AD-B931-B8FECDD15C73}">
      <dsp:nvSpPr>
        <dsp:cNvPr id="0" name=""/>
        <dsp:cNvSpPr/>
      </dsp:nvSpPr>
      <dsp:spPr>
        <a:xfrm>
          <a:off x="4045676" y="1142964"/>
          <a:ext cx="969328" cy="96932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1322AE-CB88-4383-9B30-BB5D068EA8D9}">
      <dsp:nvSpPr>
        <dsp:cNvPr id="0" name=""/>
        <dsp:cNvSpPr/>
      </dsp:nvSpPr>
      <dsp:spPr>
        <a:xfrm>
          <a:off x="4252254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7FB97-44A0-4C39-882D-74635F6F076C}">
      <dsp:nvSpPr>
        <dsp:cNvPr id="0" name=""/>
        <dsp:cNvSpPr/>
      </dsp:nvSpPr>
      <dsp:spPr>
        <a:xfrm>
          <a:off x="3735809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Medidas DAX e dashboards interativos.</a:t>
          </a:r>
        </a:p>
      </dsp:txBody>
      <dsp:txXfrm>
        <a:off x="3735809" y="2414215"/>
        <a:ext cx="1589062" cy="635625"/>
      </dsp:txXfrm>
    </dsp:sp>
    <dsp:sp modelId="{6475C87E-78E0-4011-80CC-E22919945703}">
      <dsp:nvSpPr>
        <dsp:cNvPr id="0" name=""/>
        <dsp:cNvSpPr/>
      </dsp:nvSpPr>
      <dsp:spPr>
        <a:xfrm>
          <a:off x="5912824" y="1142964"/>
          <a:ext cx="969328" cy="96932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A70D2-75CE-4E7F-AC9C-F528E49BB1A3}">
      <dsp:nvSpPr>
        <dsp:cNvPr id="0" name=""/>
        <dsp:cNvSpPr/>
      </dsp:nvSpPr>
      <dsp:spPr>
        <a:xfrm>
          <a:off x="6119402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4396D-AC1F-421A-ABCA-007D59AB70DA}">
      <dsp:nvSpPr>
        <dsp:cNvPr id="0" name=""/>
        <dsp:cNvSpPr/>
      </dsp:nvSpPr>
      <dsp:spPr>
        <a:xfrm>
          <a:off x="5602957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Implementação de RLS.</a:t>
          </a:r>
        </a:p>
      </dsp:txBody>
      <dsp:txXfrm>
        <a:off x="5602957" y="2414215"/>
        <a:ext cx="1589062" cy="635625"/>
      </dsp:txXfrm>
    </dsp:sp>
    <dsp:sp modelId="{F7A1EA49-1388-48C0-A80C-69487EBF3D26}">
      <dsp:nvSpPr>
        <dsp:cNvPr id="0" name=""/>
        <dsp:cNvSpPr/>
      </dsp:nvSpPr>
      <dsp:spPr>
        <a:xfrm>
          <a:off x="7779973" y="1142964"/>
          <a:ext cx="969328" cy="96932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8C64B-8525-4096-8443-4B3957503435}">
      <dsp:nvSpPr>
        <dsp:cNvPr id="0" name=""/>
        <dsp:cNvSpPr/>
      </dsp:nvSpPr>
      <dsp:spPr>
        <a:xfrm>
          <a:off x="7986551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40711-4E79-44DA-A20A-F21AEBBF1961}">
      <dsp:nvSpPr>
        <dsp:cNvPr id="0" name=""/>
        <dsp:cNvSpPr/>
      </dsp:nvSpPr>
      <dsp:spPr>
        <a:xfrm>
          <a:off x="7470105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Projeto concluído conforme os requisitos da disciplina.</a:t>
          </a:r>
        </a:p>
      </dsp:txBody>
      <dsp:txXfrm>
        <a:off x="7470105" y="2414215"/>
        <a:ext cx="1589062" cy="635625"/>
      </dsp:txXfrm>
    </dsp:sp>
    <dsp:sp modelId="{230CA733-9F5D-4AF9-B4D5-1D17BABC3233}">
      <dsp:nvSpPr>
        <dsp:cNvPr id="0" name=""/>
        <dsp:cNvSpPr/>
      </dsp:nvSpPr>
      <dsp:spPr>
        <a:xfrm>
          <a:off x="9647121" y="1142964"/>
          <a:ext cx="969328" cy="96932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83D7AC-C75A-4CA1-B63B-33297E3B8BA1}">
      <dsp:nvSpPr>
        <dsp:cNvPr id="0" name=""/>
        <dsp:cNvSpPr/>
      </dsp:nvSpPr>
      <dsp:spPr>
        <a:xfrm>
          <a:off x="9853699" y="1349543"/>
          <a:ext cx="556171" cy="55617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26376-27FF-4EF6-9FC1-B5DB85C3EBA6}">
      <dsp:nvSpPr>
        <dsp:cNvPr id="0" name=""/>
        <dsp:cNvSpPr/>
      </dsp:nvSpPr>
      <dsp:spPr>
        <a:xfrm>
          <a:off x="9337254" y="2414215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Obrigado!</a:t>
          </a:r>
        </a:p>
      </dsp:txBody>
      <dsp:txXfrm>
        <a:off x="9337254" y="2414215"/>
        <a:ext cx="1589062" cy="635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Projeto Final – Business Intelligence II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8D6B0C6D-1910-56CC-D4BA-A7FC2C91A8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636177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Problema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514D798D-AEFD-E0E8-EEA9-D35D09A961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78792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 Dimensional</a:t>
            </a:r>
          </a:p>
        </p:txBody>
      </p:sp>
      <p:pic>
        <p:nvPicPr>
          <p:cNvPr id="5" name="Picture 3" descr="Captura de tela 2026-06-22 130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243211"/>
            <a:ext cx="7225748" cy="437157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– Visão Executiva</a:t>
            </a:r>
          </a:p>
        </p:txBody>
      </p:sp>
      <p:pic>
        <p:nvPicPr>
          <p:cNvPr id="6" name="Picture 2" descr="Captura de tela 2026-06-22 130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387727"/>
            <a:ext cx="7225748" cy="40825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– Análise Comparativa</a:t>
            </a:r>
          </a:p>
        </p:txBody>
      </p:sp>
      <p:pic>
        <p:nvPicPr>
          <p:cNvPr id="5" name="Picture 2" descr="Captura de tela 2026-06-22 130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387727"/>
            <a:ext cx="7225748" cy="40825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– Evolução Temporal</a:t>
            </a:r>
          </a:p>
        </p:txBody>
      </p:sp>
      <p:pic>
        <p:nvPicPr>
          <p:cNvPr id="5" name="Picture 2" descr="Captura de tela 2026-06-22 1303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387727"/>
            <a:ext cx="7225748" cy="40825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Segurança em Nível de Linha (RLS)</a:t>
            </a:r>
          </a:p>
        </p:txBody>
      </p:sp>
      <p:pic>
        <p:nvPicPr>
          <p:cNvPr id="4" name="Picture 2" descr="Captura de tela 2026-06-22 130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324501"/>
            <a:ext cx="7225748" cy="420899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Principais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3" name="TextBox 2">
            <a:extLst>
              <a:ext uri="{FF2B5EF4-FFF2-40B4-BE49-F238E27FC236}">
                <a16:creationId xmlns:a16="http://schemas.microsoft.com/office/drawing/2014/main" id="{673B4FBD-990E-F406-7AB6-97CC20023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63333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>
                <a:solidFill>
                  <a:srgbClr val="1A365D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7992"/>
            <a:ext cx="12191695" cy="8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9EA7D271-FAF3-C9CD-BAD4-B4F7FAAD87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672084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168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 Nemer Xavier Costa</cp:lastModifiedBy>
  <cp:revision>4</cp:revision>
  <dcterms:created xsi:type="dcterms:W3CDTF">2013-01-27T09:14:16Z</dcterms:created>
  <dcterms:modified xsi:type="dcterms:W3CDTF">2026-06-22T18:24:06Z</dcterms:modified>
  <cp:category/>
</cp:coreProperties>
</file>